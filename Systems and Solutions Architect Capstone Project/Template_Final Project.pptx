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83_64C5BD31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7" r:id="rId2"/>
    <p:sldId id="258" r:id="rId3"/>
    <p:sldId id="259" r:id="rId4"/>
    <p:sldId id="368" r:id="rId5"/>
    <p:sldId id="369" r:id="rId6"/>
    <p:sldId id="370" r:id="rId7"/>
    <p:sldId id="303" r:id="rId8"/>
    <p:sldId id="343" r:id="rId9"/>
    <p:sldId id="372" r:id="rId10"/>
    <p:sldId id="373" r:id="rId11"/>
    <p:sldId id="374" r:id="rId12"/>
    <p:sldId id="375" r:id="rId13"/>
    <p:sldId id="376" r:id="rId14"/>
    <p:sldId id="377" r:id="rId15"/>
    <p:sldId id="407" r:id="rId16"/>
    <p:sldId id="378" r:id="rId17"/>
    <p:sldId id="379" r:id="rId18"/>
    <p:sldId id="380" r:id="rId19"/>
    <p:sldId id="387" r:id="rId20"/>
    <p:sldId id="390" r:id="rId21"/>
    <p:sldId id="391" r:id="rId22"/>
    <p:sldId id="420" r:id="rId23"/>
    <p:sldId id="421" r:id="rId24"/>
    <p:sldId id="393" r:id="rId25"/>
    <p:sldId id="422" r:id="rId26"/>
    <p:sldId id="423" r:id="rId27"/>
    <p:sldId id="424" r:id="rId28"/>
    <p:sldId id="425" r:id="rId29"/>
    <p:sldId id="394" r:id="rId30"/>
    <p:sldId id="426" r:id="rId31"/>
    <p:sldId id="411" r:id="rId32"/>
    <p:sldId id="427" r:id="rId33"/>
    <p:sldId id="428" r:id="rId34"/>
    <p:sldId id="429" r:id="rId35"/>
    <p:sldId id="430" r:id="rId36"/>
    <p:sldId id="431" r:id="rId37"/>
    <p:sldId id="402" r:id="rId38"/>
    <p:sldId id="409" r:id="rId39"/>
    <p:sldId id="410" r:id="rId40"/>
    <p:sldId id="405" r:id="rId41"/>
    <p:sldId id="40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79EE2B-559B-DC2B-4C15-287514012CD8}" name="Vijay Gupta" initials="VG" userId="S::vijayg@skillup.tech::ae923e97-9288-45af-aa7f-91e714269c80" providerId="AD"/>
  <p188:author id="{E43AE3D5-86DE-71E4-AD78-F0C764A70C96}" name="PRAVEEN THAPLIYAL" initials="PT" userId="8aD9aY3AfM3zttAgeD+ifzCDEfV2eJC1xVKAc9dKGVQ=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1E28"/>
    <a:srgbClr val="00539A"/>
    <a:srgbClr val="491D8B"/>
    <a:srgbClr val="9F1853"/>
    <a:srgbClr val="001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C9438C-018C-4128-B5DD-FEB867E916A6}" v="423" dt="2026-01-14T00:50:38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43" d="100"/>
          <a:sy n="43" d="100"/>
        </p:scale>
        <p:origin x="6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50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jy John" userId="fNKV7hVHPOcypogTpQcMovdyCqGYnK36TpifI0txQVU=" providerId="None" clId="Web-{E9C9438C-018C-4128-B5DD-FEB867E916A6}"/>
    <pc:docChg chg="addSld delSld modSld sldOrd">
      <pc:chgData name="Jojy John" userId="fNKV7hVHPOcypogTpQcMovdyCqGYnK36TpifI0txQVU=" providerId="None" clId="Web-{E9C9438C-018C-4128-B5DD-FEB867E916A6}" dt="2026-01-14T00:50:36.618" v="362" actId="20577"/>
      <pc:docMkLst>
        <pc:docMk/>
      </pc:docMkLst>
      <pc:sldChg chg="modSp">
        <pc:chgData name="Jojy John" userId="fNKV7hVHPOcypogTpQcMovdyCqGYnK36TpifI0txQVU=" providerId="None" clId="Web-{E9C9438C-018C-4128-B5DD-FEB867E916A6}" dt="2026-01-13T07:57:43.818" v="77" actId="20577"/>
        <pc:sldMkLst>
          <pc:docMk/>
          <pc:sldMk cId="2185482482" sldId="390"/>
        </pc:sldMkLst>
        <pc:spChg chg="mod">
          <ac:chgData name="Jojy John" userId="fNKV7hVHPOcypogTpQcMovdyCqGYnK36TpifI0txQVU=" providerId="None" clId="Web-{E9C9438C-018C-4128-B5DD-FEB867E916A6}" dt="2026-01-13T07:57:43.818" v="77" actId="20577"/>
          <ac:spMkLst>
            <pc:docMk/>
            <pc:sldMk cId="2185482482" sldId="390"/>
            <ac:spMk id="8" creationId="{DB049CFC-0239-E617-90F7-4A261297D600}"/>
          </ac:spMkLst>
        </pc:spChg>
      </pc:sldChg>
      <pc:sldChg chg="modSp">
        <pc:chgData name="Jojy John" userId="fNKV7hVHPOcypogTpQcMovdyCqGYnK36TpifI0txQVU=" providerId="None" clId="Web-{E9C9438C-018C-4128-B5DD-FEB867E916A6}" dt="2026-01-14T00:32:18.902" v="306" actId="20577"/>
        <pc:sldMkLst>
          <pc:docMk/>
          <pc:sldMk cId="4238968842" sldId="391"/>
        </pc:sldMkLst>
        <pc:spChg chg="mod">
          <ac:chgData name="Jojy John" userId="fNKV7hVHPOcypogTpQcMovdyCqGYnK36TpifI0txQVU=" providerId="None" clId="Web-{E9C9438C-018C-4128-B5DD-FEB867E916A6}" dt="2026-01-13T07:57:55.870" v="80" actId="20577"/>
          <ac:spMkLst>
            <pc:docMk/>
            <pc:sldMk cId="4238968842" sldId="391"/>
            <ac:spMk id="4" creationId="{BD23D89A-BBAA-408C-0CCD-31610E3D910C}"/>
          </ac:spMkLst>
        </pc:spChg>
        <pc:spChg chg="mod">
          <ac:chgData name="Jojy John" userId="fNKV7hVHPOcypogTpQcMovdyCqGYnK36TpifI0txQVU=" providerId="None" clId="Web-{E9C9438C-018C-4128-B5DD-FEB867E916A6}" dt="2026-01-14T00:32:18.902" v="306" actId="20577"/>
          <ac:spMkLst>
            <pc:docMk/>
            <pc:sldMk cId="4238968842" sldId="391"/>
            <ac:spMk id="8" creationId="{ADD21A90-2949-64C5-5B7F-3467C985E63C}"/>
          </ac:spMkLst>
        </pc:spChg>
      </pc:sldChg>
      <pc:sldChg chg="modSp">
        <pc:chgData name="Jojy John" userId="fNKV7hVHPOcypogTpQcMovdyCqGYnK36TpifI0txQVU=" providerId="None" clId="Web-{E9C9438C-018C-4128-B5DD-FEB867E916A6}" dt="2026-01-14T00:50:36.618" v="362" actId="20577"/>
        <pc:sldMkLst>
          <pc:docMk/>
          <pc:sldMk cId="2472288591" sldId="393"/>
        </pc:sldMkLst>
        <pc:spChg chg="mod">
          <ac:chgData name="Jojy John" userId="fNKV7hVHPOcypogTpQcMovdyCqGYnK36TpifI0txQVU=" providerId="None" clId="Web-{E9C9438C-018C-4128-B5DD-FEB867E916A6}" dt="2026-01-13T07:59:13.387" v="88" actId="20577"/>
          <ac:spMkLst>
            <pc:docMk/>
            <pc:sldMk cId="2472288591" sldId="393"/>
            <ac:spMk id="4" creationId="{07D48B57-8B80-2913-BD20-CD738953F632}"/>
          </ac:spMkLst>
        </pc:spChg>
        <pc:spChg chg="mod">
          <ac:chgData name="Jojy John" userId="fNKV7hVHPOcypogTpQcMovdyCqGYnK36TpifI0txQVU=" providerId="None" clId="Web-{E9C9438C-018C-4128-B5DD-FEB867E916A6}" dt="2026-01-14T00:50:36.618" v="362" actId="20577"/>
          <ac:spMkLst>
            <pc:docMk/>
            <pc:sldMk cId="2472288591" sldId="393"/>
            <ac:spMk id="8" creationId="{65495165-6991-8FF4-F704-6E297EAFFECE}"/>
          </ac:spMkLst>
        </pc:spChg>
      </pc:sldChg>
      <pc:sldChg chg="modSp">
        <pc:chgData name="Jojy John" userId="fNKV7hVHPOcypogTpQcMovdyCqGYnK36TpifI0txQVU=" providerId="None" clId="Web-{E9C9438C-018C-4128-B5DD-FEB867E916A6}" dt="2026-01-14T00:39:08.461" v="317" actId="20577"/>
        <pc:sldMkLst>
          <pc:docMk/>
          <pc:sldMk cId="2195193157" sldId="394"/>
        </pc:sldMkLst>
        <pc:spChg chg="mod">
          <ac:chgData name="Jojy John" userId="fNKV7hVHPOcypogTpQcMovdyCqGYnK36TpifI0txQVU=" providerId="None" clId="Web-{E9C9438C-018C-4128-B5DD-FEB867E916A6}" dt="2026-01-14T00:39:08.461" v="317" actId="20577"/>
          <ac:spMkLst>
            <pc:docMk/>
            <pc:sldMk cId="2195193157" sldId="394"/>
            <ac:spMk id="4" creationId="{DA1F0203-3159-B3EA-3C91-8052123825C0}"/>
          </ac:spMkLst>
        </pc:spChg>
        <pc:spChg chg="mod">
          <ac:chgData name="Jojy John" userId="fNKV7hVHPOcypogTpQcMovdyCqGYnK36TpifI0txQVU=" providerId="None" clId="Web-{E9C9438C-018C-4128-B5DD-FEB867E916A6}" dt="2026-01-13T17:15:49.978" v="301" actId="20577"/>
          <ac:spMkLst>
            <pc:docMk/>
            <pc:sldMk cId="2195193157" sldId="394"/>
            <ac:spMk id="8" creationId="{5720B179-696D-9BCE-D135-4ECE0E4FD1FD}"/>
          </ac:spMkLst>
        </pc:spChg>
      </pc:sldChg>
      <pc:sldChg chg="del">
        <pc:chgData name="Jojy John" userId="fNKV7hVHPOcypogTpQcMovdyCqGYnK36TpifI0txQVU=" providerId="None" clId="Web-{E9C9438C-018C-4128-B5DD-FEB867E916A6}" dt="2026-01-14T00:43:18.603" v="349"/>
        <pc:sldMkLst>
          <pc:docMk/>
          <pc:sldMk cId="2338594038" sldId="395"/>
        </pc:sldMkLst>
      </pc:sldChg>
      <pc:sldChg chg="del">
        <pc:chgData name="Jojy John" userId="fNKV7hVHPOcypogTpQcMovdyCqGYnK36TpifI0txQVU=" providerId="None" clId="Web-{E9C9438C-018C-4128-B5DD-FEB867E916A6}" dt="2026-01-14T00:43:17.493" v="348"/>
        <pc:sldMkLst>
          <pc:docMk/>
          <pc:sldMk cId="1318145206" sldId="396"/>
        </pc:sldMkLst>
      </pc:sldChg>
      <pc:sldChg chg="del">
        <pc:chgData name="Jojy John" userId="fNKV7hVHPOcypogTpQcMovdyCqGYnK36TpifI0txQVU=" providerId="None" clId="Web-{E9C9438C-018C-4128-B5DD-FEB867E916A6}" dt="2026-01-14T00:43:16.493" v="347"/>
        <pc:sldMkLst>
          <pc:docMk/>
          <pc:sldMk cId="970132721" sldId="397"/>
        </pc:sldMkLst>
      </pc:sldChg>
      <pc:sldChg chg="del">
        <pc:chgData name="Jojy John" userId="fNKV7hVHPOcypogTpQcMovdyCqGYnK36TpifI0txQVU=" providerId="None" clId="Web-{E9C9438C-018C-4128-B5DD-FEB867E916A6}" dt="2026-01-14T00:43:11.134" v="344"/>
        <pc:sldMkLst>
          <pc:docMk/>
          <pc:sldMk cId="2132424631" sldId="398"/>
        </pc:sldMkLst>
      </pc:sldChg>
      <pc:sldChg chg="del">
        <pc:chgData name="Jojy John" userId="fNKV7hVHPOcypogTpQcMovdyCqGYnK36TpifI0txQVU=" providerId="None" clId="Web-{E9C9438C-018C-4128-B5DD-FEB867E916A6}" dt="2026-01-14T00:43:07.134" v="343"/>
        <pc:sldMkLst>
          <pc:docMk/>
          <pc:sldMk cId="3013663133" sldId="399"/>
        </pc:sldMkLst>
      </pc:sldChg>
      <pc:sldChg chg="del">
        <pc:chgData name="Jojy John" userId="fNKV7hVHPOcypogTpQcMovdyCqGYnK36TpifI0txQVU=" providerId="None" clId="Web-{E9C9438C-018C-4128-B5DD-FEB867E916A6}" dt="2026-01-14T00:43:05.134" v="342"/>
        <pc:sldMkLst>
          <pc:docMk/>
          <pc:sldMk cId="1631569173" sldId="400"/>
        </pc:sldMkLst>
      </pc:sldChg>
      <pc:sldChg chg="ord">
        <pc:chgData name="Jojy John" userId="fNKV7hVHPOcypogTpQcMovdyCqGYnK36TpifI0txQVU=" providerId="None" clId="Web-{E9C9438C-018C-4128-B5DD-FEB867E916A6}" dt="2026-01-13T17:14:03.541" v="300"/>
        <pc:sldMkLst>
          <pc:docMk/>
          <pc:sldMk cId="2555747456" sldId="402"/>
        </pc:sldMkLst>
      </pc:sldChg>
      <pc:sldChg chg="del">
        <pc:chgData name="Jojy John" userId="fNKV7hVHPOcypogTpQcMovdyCqGYnK36TpifI0txQVU=" providerId="None" clId="Web-{E9C9438C-018C-4128-B5DD-FEB867E916A6}" dt="2026-01-14T00:43:02.321" v="340"/>
        <pc:sldMkLst>
          <pc:docMk/>
          <pc:sldMk cId="2821731014" sldId="403"/>
        </pc:sldMkLst>
      </pc:sldChg>
      <pc:sldChg chg="del">
        <pc:chgData name="Jojy John" userId="fNKV7hVHPOcypogTpQcMovdyCqGYnK36TpifI0txQVU=" providerId="None" clId="Web-{E9C9438C-018C-4128-B5DD-FEB867E916A6}" dt="2026-01-14T00:42:58.806" v="339"/>
        <pc:sldMkLst>
          <pc:docMk/>
          <pc:sldMk cId="1923470524" sldId="404"/>
        </pc:sldMkLst>
      </pc:sldChg>
      <pc:sldChg chg="modSp add del ord modCm">
        <pc:chgData name="Jojy John" userId="fNKV7hVHPOcypogTpQcMovdyCqGYnK36TpifI0txQVU=" providerId="None" clId="Web-{E9C9438C-018C-4128-B5DD-FEB867E916A6}" dt="2026-01-14T00:43:53.524" v="357"/>
        <pc:sldMkLst>
          <pc:docMk/>
          <pc:sldMk cId="2607404804" sldId="405"/>
        </pc:sldMkLst>
        <pc:spChg chg="mod">
          <ac:chgData name="Jojy John" userId="fNKV7hVHPOcypogTpQcMovdyCqGYnK36TpifI0txQVU=" providerId="None" clId="Web-{E9C9438C-018C-4128-B5DD-FEB867E916A6}" dt="2026-01-14T00:41:21.025" v="328" actId="20577"/>
          <ac:spMkLst>
            <pc:docMk/>
            <pc:sldMk cId="2607404804" sldId="405"/>
            <ac:spMk id="8" creationId="{F58C856C-E871-1D81-9531-41D62F57135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ojy John" userId="fNKV7hVHPOcypogTpQcMovdyCqGYnK36TpifI0txQVU=" providerId="None" clId="Web-{E9C9438C-018C-4128-B5DD-FEB867E916A6}" dt="2026-01-14T00:41:21.025" v="328" actId="20577"/>
              <pc2:cmMkLst xmlns:pc2="http://schemas.microsoft.com/office/powerpoint/2019/9/main/command">
                <pc:docMk/>
                <pc:sldMk cId="2607404804" sldId="405"/>
                <pc2:cmMk id="{5FEC417D-6109-465F-A174-9BECE40515B2}"/>
              </pc2:cmMkLst>
            </pc226:cmChg>
          </p:ext>
        </pc:extLst>
      </pc:sldChg>
      <pc:sldChg chg="del">
        <pc:chgData name="Jojy John" userId="fNKV7hVHPOcypogTpQcMovdyCqGYnK36TpifI0txQVU=" providerId="None" clId="Web-{E9C9438C-018C-4128-B5DD-FEB867E916A6}" dt="2026-01-14T00:43:04.071" v="341"/>
        <pc:sldMkLst>
          <pc:docMk/>
          <pc:sldMk cId="3607627578" sldId="408"/>
        </pc:sldMkLst>
      </pc:sldChg>
      <pc:sldChg chg="modSp">
        <pc:chgData name="Jojy John" userId="fNKV7hVHPOcypogTpQcMovdyCqGYnK36TpifI0txQVU=" providerId="None" clId="Web-{E9C9438C-018C-4128-B5DD-FEB867E916A6}" dt="2026-01-14T00:42:44.384" v="338" actId="20577"/>
        <pc:sldMkLst>
          <pc:docMk/>
          <pc:sldMk cId="1594822019" sldId="409"/>
        </pc:sldMkLst>
        <pc:spChg chg="mod">
          <ac:chgData name="Jojy John" userId="fNKV7hVHPOcypogTpQcMovdyCqGYnK36TpifI0txQVU=" providerId="None" clId="Web-{E9C9438C-018C-4128-B5DD-FEB867E916A6}" dt="2026-01-13T17:06:06.717" v="290" actId="20577"/>
          <ac:spMkLst>
            <pc:docMk/>
            <pc:sldMk cId="1594822019" sldId="409"/>
            <ac:spMk id="4" creationId="{FB027EF3-E175-97A4-E55A-3F99214BCB8F}"/>
          </ac:spMkLst>
        </pc:spChg>
        <pc:spChg chg="mod">
          <ac:chgData name="Jojy John" userId="fNKV7hVHPOcypogTpQcMovdyCqGYnK36TpifI0txQVU=" providerId="None" clId="Web-{E9C9438C-018C-4128-B5DD-FEB867E916A6}" dt="2026-01-14T00:42:44.384" v="338" actId="20577"/>
          <ac:spMkLst>
            <pc:docMk/>
            <pc:sldMk cId="1594822019" sldId="409"/>
            <ac:spMk id="8" creationId="{B7F8757F-14D2-A91B-246F-1E4177D4C520}"/>
          </ac:spMkLst>
        </pc:spChg>
      </pc:sldChg>
      <pc:sldChg chg="modSp add del">
        <pc:chgData name="Jojy John" userId="fNKV7hVHPOcypogTpQcMovdyCqGYnK36TpifI0txQVU=" providerId="None" clId="Web-{E9C9438C-018C-4128-B5DD-FEB867E916A6}" dt="2026-01-14T00:43:39.134" v="356"/>
        <pc:sldMkLst>
          <pc:docMk/>
          <pc:sldMk cId="4110692607" sldId="410"/>
        </pc:sldMkLst>
        <pc:spChg chg="mod">
          <ac:chgData name="Jojy John" userId="fNKV7hVHPOcypogTpQcMovdyCqGYnK36TpifI0txQVU=" providerId="None" clId="Web-{E9C9438C-018C-4128-B5DD-FEB867E916A6}" dt="2026-01-13T17:07:06.435" v="297" actId="20577"/>
          <ac:spMkLst>
            <pc:docMk/>
            <pc:sldMk cId="4110692607" sldId="410"/>
            <ac:spMk id="4" creationId="{BC1E832A-5D3E-611B-6EEA-48C31A729DB9}"/>
          </ac:spMkLst>
        </pc:spChg>
        <pc:spChg chg="mod">
          <ac:chgData name="Jojy John" userId="fNKV7hVHPOcypogTpQcMovdyCqGYnK36TpifI0txQVU=" providerId="None" clId="Web-{E9C9438C-018C-4128-B5DD-FEB867E916A6}" dt="2026-01-14T00:42:20.103" v="334" actId="20577"/>
          <ac:spMkLst>
            <pc:docMk/>
            <pc:sldMk cId="4110692607" sldId="410"/>
            <ac:spMk id="8" creationId="{E91DBB7E-8308-CDF9-F42F-CB5B33C06C63}"/>
          </ac:spMkLst>
        </pc:spChg>
      </pc:sldChg>
      <pc:sldChg chg="modSp">
        <pc:chgData name="Jojy John" userId="fNKV7hVHPOcypogTpQcMovdyCqGYnK36TpifI0txQVU=" providerId="None" clId="Web-{E9C9438C-018C-4128-B5DD-FEB867E916A6}" dt="2026-01-13T17:02:49.373" v="275" actId="20577"/>
        <pc:sldMkLst>
          <pc:docMk/>
          <pc:sldMk cId="1454088270" sldId="411"/>
        </pc:sldMkLst>
        <pc:spChg chg="mod">
          <ac:chgData name="Jojy John" userId="fNKV7hVHPOcypogTpQcMovdyCqGYnK36TpifI0txQVU=" providerId="None" clId="Web-{E9C9438C-018C-4128-B5DD-FEB867E916A6}" dt="2026-01-13T16:53:06.175" v="240" actId="20577"/>
          <ac:spMkLst>
            <pc:docMk/>
            <pc:sldMk cId="1454088270" sldId="411"/>
            <ac:spMk id="4" creationId="{51A26662-7D55-8D74-DB1C-CE6350E9AE94}"/>
          </ac:spMkLst>
        </pc:spChg>
        <pc:spChg chg="mod">
          <ac:chgData name="Jojy John" userId="fNKV7hVHPOcypogTpQcMovdyCqGYnK36TpifI0txQVU=" providerId="None" clId="Web-{E9C9438C-018C-4128-B5DD-FEB867E916A6}" dt="2026-01-13T17:02:49.373" v="275" actId="20577"/>
          <ac:spMkLst>
            <pc:docMk/>
            <pc:sldMk cId="1454088270" sldId="411"/>
            <ac:spMk id="8" creationId="{1FD1E875-4172-0570-4CDD-CDE5A56ADD52}"/>
          </ac:spMkLst>
        </pc:spChg>
      </pc:sldChg>
      <pc:sldChg chg="del">
        <pc:chgData name="Jojy John" userId="fNKV7hVHPOcypogTpQcMovdyCqGYnK36TpifI0txQVU=" providerId="None" clId="Web-{E9C9438C-018C-4128-B5DD-FEB867E916A6}" dt="2026-01-14T00:43:23.103" v="353"/>
        <pc:sldMkLst>
          <pc:docMk/>
          <pc:sldMk cId="627445149" sldId="412"/>
        </pc:sldMkLst>
      </pc:sldChg>
      <pc:sldChg chg="del">
        <pc:chgData name="Jojy John" userId="fNKV7hVHPOcypogTpQcMovdyCqGYnK36TpifI0txQVU=" providerId="None" clId="Web-{E9C9438C-018C-4128-B5DD-FEB867E916A6}" dt="2026-01-14T00:43:15.259" v="346"/>
        <pc:sldMkLst>
          <pc:docMk/>
          <pc:sldMk cId="1106089016" sldId="414"/>
        </pc:sldMkLst>
      </pc:sldChg>
      <pc:sldChg chg="del">
        <pc:chgData name="Jojy John" userId="fNKV7hVHPOcypogTpQcMovdyCqGYnK36TpifI0txQVU=" providerId="None" clId="Web-{E9C9438C-018C-4128-B5DD-FEB867E916A6}" dt="2026-01-14T00:43:22.118" v="352"/>
        <pc:sldMkLst>
          <pc:docMk/>
          <pc:sldMk cId="2211447290" sldId="415"/>
        </pc:sldMkLst>
      </pc:sldChg>
      <pc:sldChg chg="del">
        <pc:chgData name="Jojy John" userId="fNKV7hVHPOcypogTpQcMovdyCqGYnK36TpifI0txQVU=" providerId="None" clId="Web-{E9C9438C-018C-4128-B5DD-FEB867E916A6}" dt="2026-01-14T00:43:21.071" v="351"/>
        <pc:sldMkLst>
          <pc:docMk/>
          <pc:sldMk cId="3653763197" sldId="416"/>
        </pc:sldMkLst>
      </pc:sldChg>
      <pc:sldChg chg="del">
        <pc:chgData name="Jojy John" userId="fNKV7hVHPOcypogTpQcMovdyCqGYnK36TpifI0txQVU=" providerId="None" clId="Web-{E9C9438C-018C-4128-B5DD-FEB867E916A6}" dt="2026-01-14T00:43:19.743" v="350"/>
        <pc:sldMkLst>
          <pc:docMk/>
          <pc:sldMk cId="2899722180" sldId="417"/>
        </pc:sldMkLst>
      </pc:sldChg>
      <pc:sldChg chg="del">
        <pc:chgData name="Jojy John" userId="fNKV7hVHPOcypogTpQcMovdyCqGYnK36TpifI0txQVU=" providerId="None" clId="Web-{E9C9438C-018C-4128-B5DD-FEB867E916A6}" dt="2026-01-14T00:43:13.587" v="345"/>
        <pc:sldMkLst>
          <pc:docMk/>
          <pc:sldMk cId="929604826" sldId="418"/>
        </pc:sldMkLst>
      </pc:sldChg>
      <pc:sldChg chg="modSp add del replId">
        <pc:chgData name="Jojy John" userId="fNKV7hVHPOcypogTpQcMovdyCqGYnK36TpifI0txQVU=" providerId="None" clId="Web-{E9C9438C-018C-4128-B5DD-FEB867E916A6}" dt="2026-01-14T00:32:22.402" v="307"/>
        <pc:sldMkLst>
          <pc:docMk/>
          <pc:sldMk cId="319928139" sldId="419"/>
        </pc:sldMkLst>
        <pc:spChg chg="mod">
          <ac:chgData name="Jojy John" userId="fNKV7hVHPOcypogTpQcMovdyCqGYnK36TpifI0txQVU=" providerId="None" clId="Web-{E9C9438C-018C-4128-B5DD-FEB867E916A6}" dt="2026-01-13T16:03:45.805" v="144" actId="20577"/>
          <ac:spMkLst>
            <pc:docMk/>
            <pc:sldMk cId="319928139" sldId="419"/>
            <ac:spMk id="8" creationId="{DA85134A-63DE-8FB6-A899-7A6076A0111F}"/>
          </ac:spMkLst>
        </pc:spChg>
      </pc:sldChg>
      <pc:sldChg chg="modSp add replId">
        <pc:chgData name="Jojy John" userId="fNKV7hVHPOcypogTpQcMovdyCqGYnK36TpifI0txQVU=" providerId="None" clId="Web-{E9C9438C-018C-4128-B5DD-FEB867E916A6}" dt="2026-01-13T16:04:26.227" v="156" actId="20577"/>
        <pc:sldMkLst>
          <pc:docMk/>
          <pc:sldMk cId="3803525537" sldId="420"/>
        </pc:sldMkLst>
        <pc:spChg chg="mod">
          <ac:chgData name="Jojy John" userId="fNKV7hVHPOcypogTpQcMovdyCqGYnK36TpifI0txQVU=" providerId="None" clId="Web-{E9C9438C-018C-4128-B5DD-FEB867E916A6}" dt="2026-01-13T16:04:26.227" v="156" actId="20577"/>
          <ac:spMkLst>
            <pc:docMk/>
            <pc:sldMk cId="3803525537" sldId="420"/>
            <ac:spMk id="8" creationId="{099B7162-7D75-D20D-2B5C-099DFE9F376B}"/>
          </ac:spMkLst>
        </pc:spChg>
      </pc:sldChg>
      <pc:sldChg chg="modSp add replId">
        <pc:chgData name="Jojy John" userId="fNKV7hVHPOcypogTpQcMovdyCqGYnK36TpifI0txQVU=" providerId="None" clId="Web-{E9C9438C-018C-4128-B5DD-FEB867E916A6}" dt="2026-01-14T00:32:41.620" v="308" actId="20577"/>
        <pc:sldMkLst>
          <pc:docMk/>
          <pc:sldMk cId="2933810248" sldId="421"/>
        </pc:sldMkLst>
        <pc:spChg chg="mod">
          <ac:chgData name="Jojy John" userId="fNKV7hVHPOcypogTpQcMovdyCqGYnK36TpifI0txQVU=" providerId="None" clId="Web-{E9C9438C-018C-4128-B5DD-FEB867E916A6}" dt="2026-01-14T00:32:41.620" v="308" actId="20577"/>
          <ac:spMkLst>
            <pc:docMk/>
            <pc:sldMk cId="2933810248" sldId="421"/>
            <ac:spMk id="8" creationId="{FB3A29F4-6013-B47C-5654-F2A830BCA049}"/>
          </ac:spMkLst>
        </pc:spChg>
      </pc:sldChg>
      <pc:sldChg chg="modSp add replId">
        <pc:chgData name="Jojy John" userId="fNKV7hVHPOcypogTpQcMovdyCqGYnK36TpifI0txQVU=" providerId="None" clId="Web-{E9C9438C-018C-4128-B5DD-FEB867E916A6}" dt="2026-01-14T00:33:17.136" v="310" actId="20577"/>
        <pc:sldMkLst>
          <pc:docMk/>
          <pc:sldMk cId="1162413134" sldId="422"/>
        </pc:sldMkLst>
        <pc:spChg chg="mod">
          <ac:chgData name="Jojy John" userId="fNKV7hVHPOcypogTpQcMovdyCqGYnK36TpifI0txQVU=" providerId="None" clId="Web-{E9C9438C-018C-4128-B5DD-FEB867E916A6}" dt="2026-01-14T00:33:17.136" v="310" actId="20577"/>
          <ac:spMkLst>
            <pc:docMk/>
            <pc:sldMk cId="1162413134" sldId="422"/>
            <ac:spMk id="8" creationId="{3BA6798E-F6F4-42FB-C8A3-C3DD88D25CD7}"/>
          </ac:spMkLst>
        </pc:spChg>
      </pc:sldChg>
      <pc:sldChg chg="modSp add replId">
        <pc:chgData name="Jojy John" userId="fNKV7hVHPOcypogTpQcMovdyCqGYnK36TpifI0txQVU=" providerId="None" clId="Web-{E9C9438C-018C-4128-B5DD-FEB867E916A6}" dt="2026-01-14T00:33:39.245" v="313" actId="20577"/>
        <pc:sldMkLst>
          <pc:docMk/>
          <pc:sldMk cId="1011941594" sldId="423"/>
        </pc:sldMkLst>
        <pc:spChg chg="mod">
          <ac:chgData name="Jojy John" userId="fNKV7hVHPOcypogTpQcMovdyCqGYnK36TpifI0txQVU=" providerId="None" clId="Web-{E9C9438C-018C-4128-B5DD-FEB867E916A6}" dt="2026-01-14T00:33:39.245" v="313" actId="20577"/>
          <ac:spMkLst>
            <pc:docMk/>
            <pc:sldMk cId="1011941594" sldId="423"/>
            <ac:spMk id="8" creationId="{DC35AA0F-3124-1C72-A090-DBCC51D3CD5D}"/>
          </ac:spMkLst>
        </pc:spChg>
      </pc:sldChg>
      <pc:sldChg chg="modSp add replId">
        <pc:chgData name="Jojy John" userId="fNKV7hVHPOcypogTpQcMovdyCqGYnK36TpifI0txQVU=" providerId="None" clId="Web-{E9C9438C-018C-4128-B5DD-FEB867E916A6}" dt="2026-01-14T00:33:48.432" v="314" actId="20577"/>
        <pc:sldMkLst>
          <pc:docMk/>
          <pc:sldMk cId="3425723334" sldId="424"/>
        </pc:sldMkLst>
        <pc:spChg chg="mod">
          <ac:chgData name="Jojy John" userId="fNKV7hVHPOcypogTpQcMovdyCqGYnK36TpifI0txQVU=" providerId="None" clId="Web-{E9C9438C-018C-4128-B5DD-FEB867E916A6}" dt="2026-01-14T00:33:48.432" v="314" actId="20577"/>
          <ac:spMkLst>
            <pc:docMk/>
            <pc:sldMk cId="3425723334" sldId="424"/>
            <ac:spMk id="8" creationId="{6EBF7F26-70E8-8F0A-9EEF-FF09EABBE3B4}"/>
          </ac:spMkLst>
        </pc:spChg>
      </pc:sldChg>
      <pc:sldChg chg="modSp add replId">
        <pc:chgData name="Jojy John" userId="fNKV7hVHPOcypogTpQcMovdyCqGYnK36TpifI0txQVU=" providerId="None" clId="Web-{E9C9438C-018C-4128-B5DD-FEB867E916A6}" dt="2026-01-14T00:33:57.182" v="315" actId="20577"/>
        <pc:sldMkLst>
          <pc:docMk/>
          <pc:sldMk cId="2369798534" sldId="425"/>
        </pc:sldMkLst>
        <pc:spChg chg="mod">
          <ac:chgData name="Jojy John" userId="fNKV7hVHPOcypogTpQcMovdyCqGYnK36TpifI0txQVU=" providerId="None" clId="Web-{E9C9438C-018C-4128-B5DD-FEB867E916A6}" dt="2026-01-14T00:33:57.182" v="315" actId="20577"/>
          <ac:spMkLst>
            <pc:docMk/>
            <pc:sldMk cId="2369798534" sldId="425"/>
            <ac:spMk id="8" creationId="{136C01C3-A9C5-0652-D45B-B41050237728}"/>
          </ac:spMkLst>
        </pc:spChg>
      </pc:sldChg>
      <pc:sldChg chg="modSp add replId">
        <pc:chgData name="Jojy John" userId="fNKV7hVHPOcypogTpQcMovdyCqGYnK36TpifI0txQVU=" providerId="None" clId="Web-{E9C9438C-018C-4128-B5DD-FEB867E916A6}" dt="2026-01-14T00:38:57.977" v="316" actId="20577"/>
        <pc:sldMkLst>
          <pc:docMk/>
          <pc:sldMk cId="2602368583" sldId="426"/>
        </pc:sldMkLst>
        <pc:spChg chg="mod">
          <ac:chgData name="Jojy John" userId="fNKV7hVHPOcypogTpQcMovdyCqGYnK36TpifI0txQVU=" providerId="None" clId="Web-{E9C9438C-018C-4128-B5DD-FEB867E916A6}" dt="2026-01-14T00:38:57.977" v="316" actId="20577"/>
          <ac:spMkLst>
            <pc:docMk/>
            <pc:sldMk cId="2602368583" sldId="426"/>
            <ac:spMk id="4" creationId="{757B0AD9-5140-3E92-6AA8-463627B3EF56}"/>
          </ac:spMkLst>
        </pc:spChg>
        <pc:spChg chg="mod">
          <ac:chgData name="Jojy John" userId="fNKV7hVHPOcypogTpQcMovdyCqGYnK36TpifI0txQVU=" providerId="None" clId="Web-{E9C9438C-018C-4128-B5DD-FEB867E916A6}" dt="2026-01-13T17:15:58.665" v="302" actId="20577"/>
          <ac:spMkLst>
            <pc:docMk/>
            <pc:sldMk cId="2602368583" sldId="426"/>
            <ac:spMk id="8" creationId="{2500E4EA-AF72-6392-00FA-1C26E597DC41}"/>
          </ac:spMkLst>
        </pc:spChg>
      </pc:sldChg>
      <pc:sldChg chg="modSp add replId">
        <pc:chgData name="Jojy John" userId="fNKV7hVHPOcypogTpQcMovdyCqGYnK36TpifI0txQVU=" providerId="None" clId="Web-{E9C9438C-018C-4128-B5DD-FEB867E916A6}" dt="2026-01-14T00:39:45.195" v="318" actId="20577"/>
        <pc:sldMkLst>
          <pc:docMk/>
          <pc:sldMk cId="2068071627" sldId="427"/>
        </pc:sldMkLst>
        <pc:spChg chg="mod">
          <ac:chgData name="Jojy John" userId="fNKV7hVHPOcypogTpQcMovdyCqGYnK36TpifI0txQVU=" providerId="None" clId="Web-{E9C9438C-018C-4128-B5DD-FEB867E916A6}" dt="2026-01-13T16:53:12.207" v="243" actId="20577"/>
          <ac:spMkLst>
            <pc:docMk/>
            <pc:sldMk cId="2068071627" sldId="427"/>
            <ac:spMk id="4" creationId="{1B14C28B-256F-4AEF-FF1C-70C9EF3567AC}"/>
          </ac:spMkLst>
        </pc:spChg>
        <pc:spChg chg="mod">
          <ac:chgData name="Jojy John" userId="fNKV7hVHPOcypogTpQcMovdyCqGYnK36TpifI0txQVU=" providerId="None" clId="Web-{E9C9438C-018C-4128-B5DD-FEB867E916A6}" dt="2026-01-14T00:39:45.195" v="318" actId="20577"/>
          <ac:spMkLst>
            <pc:docMk/>
            <pc:sldMk cId="2068071627" sldId="427"/>
            <ac:spMk id="8" creationId="{33CC5425-C181-DDA7-CA9E-A4AF53248B80}"/>
          </ac:spMkLst>
        </pc:spChg>
      </pc:sldChg>
      <pc:sldChg chg="modSp add replId">
        <pc:chgData name="Jojy John" userId="fNKV7hVHPOcypogTpQcMovdyCqGYnK36TpifI0txQVU=" providerId="None" clId="Web-{E9C9438C-018C-4128-B5DD-FEB867E916A6}" dt="2026-01-14T00:39:54.523" v="319" actId="20577"/>
        <pc:sldMkLst>
          <pc:docMk/>
          <pc:sldMk cId="1013609324" sldId="428"/>
        </pc:sldMkLst>
        <pc:spChg chg="mod">
          <ac:chgData name="Jojy John" userId="fNKV7hVHPOcypogTpQcMovdyCqGYnK36TpifI0txQVU=" providerId="None" clId="Web-{E9C9438C-018C-4128-B5DD-FEB867E916A6}" dt="2026-01-13T16:53:17.175" v="246" actId="20577"/>
          <ac:spMkLst>
            <pc:docMk/>
            <pc:sldMk cId="1013609324" sldId="428"/>
            <ac:spMk id="4" creationId="{121EE23E-8BD0-EF64-913E-088148C3C136}"/>
          </ac:spMkLst>
        </pc:spChg>
        <pc:spChg chg="mod">
          <ac:chgData name="Jojy John" userId="fNKV7hVHPOcypogTpQcMovdyCqGYnK36TpifI0txQVU=" providerId="None" clId="Web-{E9C9438C-018C-4128-B5DD-FEB867E916A6}" dt="2026-01-14T00:39:54.523" v="319" actId="20577"/>
          <ac:spMkLst>
            <pc:docMk/>
            <pc:sldMk cId="1013609324" sldId="428"/>
            <ac:spMk id="8" creationId="{1B9E111D-549D-1D24-DF81-DF9C8D92E8DE}"/>
          </ac:spMkLst>
        </pc:spChg>
      </pc:sldChg>
      <pc:sldChg chg="modSp add replId">
        <pc:chgData name="Jojy John" userId="fNKV7hVHPOcypogTpQcMovdyCqGYnK36TpifI0txQVU=" providerId="None" clId="Web-{E9C9438C-018C-4128-B5DD-FEB867E916A6}" dt="2026-01-13T17:04:05.295" v="283" actId="20577"/>
        <pc:sldMkLst>
          <pc:docMk/>
          <pc:sldMk cId="344342084" sldId="429"/>
        </pc:sldMkLst>
        <pc:spChg chg="mod">
          <ac:chgData name="Jojy John" userId="fNKV7hVHPOcypogTpQcMovdyCqGYnK36TpifI0txQVU=" providerId="None" clId="Web-{E9C9438C-018C-4128-B5DD-FEB867E916A6}" dt="2026-01-13T16:53:24.675" v="249" actId="20577"/>
          <ac:spMkLst>
            <pc:docMk/>
            <pc:sldMk cId="344342084" sldId="429"/>
            <ac:spMk id="4" creationId="{52873621-74FF-2EB6-8184-8F40645F6A55}"/>
          </ac:spMkLst>
        </pc:spChg>
        <pc:spChg chg="mod">
          <ac:chgData name="Jojy John" userId="fNKV7hVHPOcypogTpQcMovdyCqGYnK36TpifI0txQVU=" providerId="None" clId="Web-{E9C9438C-018C-4128-B5DD-FEB867E916A6}" dt="2026-01-13T17:04:05.295" v="283" actId="20577"/>
          <ac:spMkLst>
            <pc:docMk/>
            <pc:sldMk cId="344342084" sldId="429"/>
            <ac:spMk id="8" creationId="{7FE39946-25C6-A79A-6335-765303B9FD71}"/>
          </ac:spMkLst>
        </pc:spChg>
      </pc:sldChg>
      <pc:sldChg chg="modSp add replId">
        <pc:chgData name="Jojy John" userId="fNKV7hVHPOcypogTpQcMovdyCqGYnK36TpifI0txQVU=" providerId="None" clId="Web-{E9C9438C-018C-4128-B5DD-FEB867E916A6}" dt="2026-01-14T00:40:08.914" v="320" actId="20577"/>
        <pc:sldMkLst>
          <pc:docMk/>
          <pc:sldMk cId="1762916455" sldId="430"/>
        </pc:sldMkLst>
        <pc:spChg chg="mod">
          <ac:chgData name="Jojy John" userId="fNKV7hVHPOcypogTpQcMovdyCqGYnK36TpifI0txQVU=" providerId="None" clId="Web-{E9C9438C-018C-4128-B5DD-FEB867E916A6}" dt="2026-01-13T16:53:31.659" v="252" actId="20577"/>
          <ac:spMkLst>
            <pc:docMk/>
            <pc:sldMk cId="1762916455" sldId="430"/>
            <ac:spMk id="4" creationId="{B418BCBC-A381-19B9-0A86-57945A71A104}"/>
          </ac:spMkLst>
        </pc:spChg>
        <pc:spChg chg="mod">
          <ac:chgData name="Jojy John" userId="fNKV7hVHPOcypogTpQcMovdyCqGYnK36TpifI0txQVU=" providerId="None" clId="Web-{E9C9438C-018C-4128-B5DD-FEB867E916A6}" dt="2026-01-14T00:40:08.914" v="320" actId="20577"/>
          <ac:spMkLst>
            <pc:docMk/>
            <pc:sldMk cId="1762916455" sldId="430"/>
            <ac:spMk id="8" creationId="{42E4F986-C161-BD4B-A458-C9E3622E4A87}"/>
          </ac:spMkLst>
        </pc:spChg>
      </pc:sldChg>
      <pc:sldChg chg="modSp add replId">
        <pc:chgData name="Jojy John" userId="fNKV7hVHPOcypogTpQcMovdyCqGYnK36TpifI0txQVU=" providerId="None" clId="Web-{E9C9438C-018C-4128-B5DD-FEB867E916A6}" dt="2026-01-14T00:40:17.289" v="321" actId="20577"/>
        <pc:sldMkLst>
          <pc:docMk/>
          <pc:sldMk cId="1266786165" sldId="431"/>
        </pc:sldMkLst>
        <pc:spChg chg="mod">
          <ac:chgData name="Jojy John" userId="fNKV7hVHPOcypogTpQcMovdyCqGYnK36TpifI0txQVU=" providerId="None" clId="Web-{E9C9438C-018C-4128-B5DD-FEB867E916A6}" dt="2026-01-14T00:40:17.289" v="321" actId="20577"/>
          <ac:spMkLst>
            <pc:docMk/>
            <pc:sldMk cId="1266786165" sldId="431"/>
            <ac:spMk id="8" creationId="{2EE0C3C8-2842-DBD7-6B43-E760E003E237}"/>
          </ac:spMkLst>
        </pc:spChg>
      </pc:sldChg>
    </pc:docChg>
  </pc:docChgLst>
</pc:chgInfo>
</file>

<file path=ppt/comments/modernComment_183_64C5BD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AD2BC6B-3A8A-4393-9CD5-DC893FCBF063}" authorId="{E43AE3D5-86DE-71E4-AD78-F0C764A70C96}" created="2025-12-09T08:45:16.61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90680625" sldId="387"/>
      <ac:spMk id="8" creationId="{272E9F1D-20A5-5EDA-6D2E-C59D716D80F2}"/>
      <ac:txMk cp="80" len="39">
        <ac:context len="155" hash="346014331"/>
      </ac:txMk>
    </ac:txMkLst>
    <p188:pos x="9474679" y="776377"/>
    <p188:txBody>
      <a:bodyPr/>
      <a:lstStyle/>
      <a:p>
        <a:r>
          <a:rPr lang="en-US"/>
          <a:t>@ID: Check the lab name for the spelling of "Modeling"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E7DFC-5F54-412C-A0CF-699F8379DFE2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104E2-9D76-4F87-84A7-A6A1F5815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88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50913-F22E-32F2-A12A-E2F82FD8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E48B5-1F68-2998-8156-0E0EFEA96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32594-40C0-0B38-40A0-A3E28D1B9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F0CFB-FBDF-B865-57CD-14D52238F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C7F85-B619-534F-A66A-9B8DC36C34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26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>
            <a:extLst>
              <a:ext uri="{FF2B5EF4-FFF2-40B4-BE49-F238E27FC236}">
                <a16:creationId xmlns:a16="http://schemas.microsoft.com/office/drawing/2014/main" id="{CFDFC640-4632-7DFE-F85D-B774A8BEBEBB}"/>
              </a:ext>
            </a:extLst>
          </p:cNvPr>
          <p:cNvSpPr/>
          <p:nvPr userDrawn="1"/>
        </p:nvSpPr>
        <p:spPr>
          <a:xfrm>
            <a:off x="6105824" y="660400"/>
            <a:ext cx="5409981" cy="0"/>
          </a:xfrm>
          <a:prstGeom prst="line">
            <a:avLst/>
          </a:prstGeom>
          <a:ln w="76200" cap="flat">
            <a:solidFill>
              <a:srgbClr val="0053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800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E067CCC8-EFFB-6CB9-7599-48E82C41834F}"/>
              </a:ext>
            </a:extLst>
          </p:cNvPr>
          <p:cNvSpPr/>
          <p:nvPr userDrawn="1"/>
        </p:nvSpPr>
        <p:spPr>
          <a:xfrm>
            <a:off x="695843" y="6197600"/>
            <a:ext cx="5409981" cy="0"/>
          </a:xfrm>
          <a:prstGeom prst="line">
            <a:avLst/>
          </a:prstGeom>
          <a:ln w="76200" cap="flat">
            <a:solidFill>
              <a:srgbClr val="0053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80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1425AE85-A86D-CAAA-58ED-BFADA2230253}"/>
              </a:ext>
            </a:extLst>
          </p:cNvPr>
          <p:cNvSpPr/>
          <p:nvPr userDrawn="1"/>
        </p:nvSpPr>
        <p:spPr>
          <a:xfrm>
            <a:off x="6412471" y="6024995"/>
            <a:ext cx="1979236" cy="294411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40085673-280C-2F0C-B3B4-E97949BB6221}"/>
              </a:ext>
            </a:extLst>
          </p:cNvPr>
          <p:cNvSpPr/>
          <p:nvPr userDrawn="1"/>
        </p:nvSpPr>
        <p:spPr>
          <a:xfrm>
            <a:off x="3764495" y="538595"/>
            <a:ext cx="1979236" cy="294411"/>
          </a:xfrm>
          <a:custGeom>
            <a:avLst/>
            <a:gdLst/>
            <a:ahLst/>
            <a:cxnLst/>
            <a:rect l="l" t="t" r="r" b="b"/>
            <a:pathLst>
              <a:path w="2968854" h="441617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E1066EB-9DBA-1A4B-F899-178028332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96EF56F-370E-954F-3816-54A9CD8AAB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3563937"/>
            <a:ext cx="10515600" cy="779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24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7377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5ED8-9FED-60BB-A889-9C4737E20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5B70AD12-A226-75A8-1A4F-055B55ABCFF0}"/>
              </a:ext>
            </a:extLst>
          </p:cNvPr>
          <p:cNvSpPr/>
          <p:nvPr userDrawn="1"/>
        </p:nvSpPr>
        <p:spPr>
          <a:xfrm>
            <a:off x="10386202" y="476006"/>
            <a:ext cx="1119998" cy="1666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1D7036F5-9CC3-491B-5637-086A0A3232A9}"/>
              </a:ext>
            </a:extLst>
          </p:cNvPr>
          <p:cNvSpPr/>
          <p:nvPr userDrawn="1"/>
        </p:nvSpPr>
        <p:spPr>
          <a:xfrm>
            <a:off x="682923" y="6353149"/>
            <a:ext cx="1119998" cy="1666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8860C4-A3B6-52F0-A610-858CA1156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55" y="1428565"/>
            <a:ext cx="1078104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1B37FB-E952-F8F6-03FC-F9C677FDF1C6}"/>
              </a:ext>
            </a:extLst>
          </p:cNvPr>
          <p:cNvCxnSpPr>
            <a:cxnSpLocks/>
          </p:cNvCxnSpPr>
          <p:nvPr userDrawn="1"/>
        </p:nvCxnSpPr>
        <p:spPr>
          <a:xfrm>
            <a:off x="682922" y="862445"/>
            <a:ext cx="248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9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>
            <a:extLst>
              <a:ext uri="{FF2B5EF4-FFF2-40B4-BE49-F238E27FC236}">
                <a16:creationId xmlns:a16="http://schemas.microsoft.com/office/drawing/2014/main" id="{6F9B4F8B-B122-67E2-9010-15B2F1056576}"/>
              </a:ext>
            </a:extLst>
          </p:cNvPr>
          <p:cNvGrpSpPr/>
          <p:nvPr userDrawn="1"/>
        </p:nvGrpSpPr>
        <p:grpSpPr>
          <a:xfrm>
            <a:off x="9395929" y="10566"/>
            <a:ext cx="2796071" cy="6847434"/>
            <a:chOff x="0" y="0"/>
            <a:chExt cx="1104621" cy="2705159"/>
          </a:xfrm>
          <a:solidFill>
            <a:srgbClr val="00539A"/>
          </a:solidFill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99F318B2-740D-DEF6-BF88-6F62EAA55F72}"/>
                </a:ext>
              </a:extLst>
            </p:cNvPr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9E9765B9-2017-62B5-06FE-8A31A0C9BE52}"/>
                </a:ext>
              </a:extLst>
            </p:cNvPr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62"/>
                </a:lnSpc>
              </a:pPr>
              <a:endParaRPr sz="800"/>
            </a:p>
          </p:txBody>
        </p:sp>
      </p:grp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A800E9-0BFF-7F59-EEB4-582A61F241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95455" y="1570412"/>
            <a:ext cx="6310744" cy="4487488"/>
          </a:xfrm>
          <a:prstGeom prst="roundRect">
            <a:avLst>
              <a:gd name="adj" fmla="val 4858"/>
            </a:avLst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766DEB4A-3027-1B45-CF63-AB5B208E1BA6}"/>
              </a:ext>
            </a:extLst>
          </p:cNvPr>
          <p:cNvSpPr/>
          <p:nvPr userDrawn="1"/>
        </p:nvSpPr>
        <p:spPr>
          <a:xfrm>
            <a:off x="685800" y="5983288"/>
            <a:ext cx="1270000" cy="188913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DC6D0E2-6FEE-8FFC-D5AE-1933DFD279B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72756" y="365126"/>
            <a:ext cx="8488117" cy="85072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331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>
            <a:extLst>
              <a:ext uri="{FF2B5EF4-FFF2-40B4-BE49-F238E27FC236}">
                <a16:creationId xmlns:a16="http://schemas.microsoft.com/office/drawing/2014/main" id="{6F9B4F8B-B122-67E2-9010-15B2F1056576}"/>
              </a:ext>
            </a:extLst>
          </p:cNvPr>
          <p:cNvGrpSpPr/>
          <p:nvPr userDrawn="1"/>
        </p:nvGrpSpPr>
        <p:grpSpPr>
          <a:xfrm>
            <a:off x="9395929" y="10566"/>
            <a:ext cx="2796071" cy="6847434"/>
            <a:chOff x="0" y="0"/>
            <a:chExt cx="1104621" cy="2705159"/>
          </a:xfrm>
          <a:solidFill>
            <a:srgbClr val="00539A"/>
          </a:solidFill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99F318B2-740D-DEF6-BF88-6F62EAA55F72}"/>
                </a:ext>
              </a:extLst>
            </p:cNvPr>
            <p:cNvSpPr/>
            <p:nvPr/>
          </p:nvSpPr>
          <p:spPr>
            <a:xfrm>
              <a:off x="0" y="0"/>
              <a:ext cx="1104621" cy="2705159"/>
            </a:xfrm>
            <a:custGeom>
              <a:avLst/>
              <a:gdLst/>
              <a:ahLst/>
              <a:cxnLst/>
              <a:rect l="l" t="t" r="r" b="b"/>
              <a:pathLst>
                <a:path w="1104621" h="2705159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9E9765B9-2017-62B5-06FE-8A31A0C9BE52}"/>
                </a:ext>
              </a:extLst>
            </p:cNvPr>
            <p:cNvSpPr txBox="1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62"/>
                </a:lnSpc>
              </a:pPr>
              <a:endParaRPr sz="800"/>
            </a:p>
          </p:txBody>
        </p:sp>
      </p:grp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A800E9-0BFF-7F59-EEB4-582A61F241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14600" y="1570412"/>
            <a:ext cx="8991599" cy="4487488"/>
          </a:xfrm>
          <a:prstGeom prst="roundRect">
            <a:avLst>
              <a:gd name="adj" fmla="val 4858"/>
            </a:avLst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766DEB4A-3027-1B45-CF63-AB5B208E1BA6}"/>
              </a:ext>
            </a:extLst>
          </p:cNvPr>
          <p:cNvSpPr/>
          <p:nvPr userDrawn="1"/>
        </p:nvSpPr>
        <p:spPr>
          <a:xfrm>
            <a:off x="685800" y="5983288"/>
            <a:ext cx="1270000" cy="188913"/>
          </a:xfrm>
          <a:custGeom>
            <a:avLst/>
            <a:gdLst/>
            <a:ahLst/>
            <a:cxnLst/>
            <a:rect l="l" t="t" r="r" b="b"/>
            <a:pathLst>
              <a:path w="1905000" h="283369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DC6D0E2-6FEE-8FFC-D5AE-1933DFD279B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72756" y="365126"/>
            <a:ext cx="8488117" cy="85072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365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C3B4D1CD-B099-450F-A845-169B78D25A91}"/>
              </a:ext>
            </a:extLst>
          </p:cNvPr>
          <p:cNvGrpSpPr/>
          <p:nvPr userDrawn="1"/>
        </p:nvGrpSpPr>
        <p:grpSpPr>
          <a:xfrm>
            <a:off x="0" y="0"/>
            <a:ext cx="12192000" cy="2732991"/>
            <a:chOff x="0" y="0"/>
            <a:chExt cx="4816593" cy="1079700"/>
          </a:xfrm>
          <a:solidFill>
            <a:srgbClr val="00539A"/>
          </a:solidFill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BC9F01E6-ACC2-F1D7-C770-3A6EA5F06E8A}"/>
                </a:ext>
              </a:extLst>
            </p:cNvPr>
            <p:cNvSpPr/>
            <p:nvPr/>
          </p:nvSpPr>
          <p:spPr>
            <a:xfrm>
              <a:off x="0" y="0"/>
              <a:ext cx="4816592" cy="1079700"/>
            </a:xfrm>
            <a:custGeom>
              <a:avLst/>
              <a:gdLst/>
              <a:ahLst/>
              <a:cxnLst/>
              <a:rect l="l" t="t" r="r" b="b"/>
              <a:pathLst>
                <a:path w="4816592" h="1079700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10EDCE3C-3DC1-BCCC-A48F-09BDA3978D2E}"/>
                </a:ext>
              </a:extLst>
            </p:cNvPr>
            <p:cNvSpPr txBox="1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462"/>
                </a:lnSpc>
              </a:pPr>
              <a:endParaRPr sz="800"/>
            </a:p>
          </p:txBody>
        </p:sp>
      </p:grpSp>
      <p:sp>
        <p:nvSpPr>
          <p:cNvPr id="9" name="AutoShape 18">
            <a:extLst>
              <a:ext uri="{FF2B5EF4-FFF2-40B4-BE49-F238E27FC236}">
                <a16:creationId xmlns:a16="http://schemas.microsoft.com/office/drawing/2014/main" id="{001C3FCB-D1A3-1F64-E374-0C94991DE578}"/>
              </a:ext>
            </a:extLst>
          </p:cNvPr>
          <p:cNvSpPr/>
          <p:nvPr userDrawn="1"/>
        </p:nvSpPr>
        <p:spPr>
          <a:xfrm>
            <a:off x="3931920" y="5787470"/>
            <a:ext cx="4328160" cy="0"/>
          </a:xfrm>
          <a:prstGeom prst="line">
            <a:avLst/>
          </a:prstGeom>
          <a:ln w="76200" cap="flat">
            <a:solidFill>
              <a:srgbClr val="00539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800"/>
          </a:p>
        </p:txBody>
      </p:sp>
      <p:sp>
        <p:nvSpPr>
          <p:cNvPr id="10" name="Freeform 19">
            <a:extLst>
              <a:ext uri="{FF2B5EF4-FFF2-40B4-BE49-F238E27FC236}">
                <a16:creationId xmlns:a16="http://schemas.microsoft.com/office/drawing/2014/main" id="{F40E8225-AA76-2321-759B-DC3FA939E280}"/>
              </a:ext>
            </a:extLst>
          </p:cNvPr>
          <p:cNvSpPr/>
          <p:nvPr userDrawn="1"/>
        </p:nvSpPr>
        <p:spPr>
          <a:xfrm>
            <a:off x="5536001" y="6353149"/>
            <a:ext cx="1119998" cy="166600"/>
          </a:xfrm>
          <a:custGeom>
            <a:avLst/>
            <a:gdLst/>
            <a:ahLst/>
            <a:cxnLst/>
            <a:rect l="l" t="t" r="r" b="b"/>
            <a:pathLst>
              <a:path w="1679997" h="249900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8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7E5C6DB-98D8-7590-9FF2-EB3E7FD32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365126"/>
            <a:ext cx="10781044" cy="850726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04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BB2AA-06AD-F2FC-5383-B4B7B95FA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B339-D764-126A-043A-AA902A2D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EC418-3953-DA2D-A0FB-CABD98BBE8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B937118-AA9C-D947-A395-0A8492468232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B8AE1-51E6-F6DC-0366-71136A416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BB31A-1A8F-2867-8E45-A1156E67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E460F-6C90-364E-AA71-6C064F71604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6DD119-3AB1-5E89-283B-CFC7450F322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051034"/>
            <a:ext cx="10515599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609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22291-C337-39C7-FD40-EBE02BC9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1A707-7AA0-0DFF-8F6F-671208DFD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BEA0E-A411-0881-4E46-B05D96BD1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D1529-08C7-4C99-9E99-20E4A08C4BFB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1033E-FC3A-580B-9671-FFCF7244F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5395A-0FDE-A8A9-655F-D3C275958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75567B-EEA3-4D70-9A5C-C93BDFA2DB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26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83_64C5BD3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486F9-4C47-EBC2-FC9E-C576B0E65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4182"/>
            <a:ext cx="10515600" cy="1325563"/>
          </a:xfrm>
        </p:spPr>
        <p:txBody>
          <a:bodyPr/>
          <a:lstStyle/>
          <a:p>
            <a:r>
              <a:rPr lang="en-US" dirty="0"/>
              <a:t>How to Use This Template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25AC1-C670-CA4D-02CE-E1BA2223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3491"/>
            <a:ext cx="10515600" cy="278476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229870" indent="-229870" algn="l">
              <a:buFont typeface="Arial" panose="020B0604020202020204" pitchFamily="34" charset="0"/>
              <a:buChar char="•"/>
            </a:pPr>
            <a:r>
              <a:rPr lang="en-US" sz="2000" dirty="0"/>
              <a:t>Follow the instructions in </a:t>
            </a:r>
            <a:r>
              <a:rPr lang="en-US" sz="2000" b="1" dirty="0"/>
              <a:t>Lab: Modernizing Digital Banking Operations at a Retail Bank </a:t>
            </a:r>
            <a:r>
              <a:rPr lang="en-US" sz="2000" dirty="0"/>
              <a:t>to create this presentation.</a:t>
            </a:r>
            <a:endParaRPr lang="en-US" dirty="0"/>
          </a:p>
          <a:p>
            <a:pPr marL="229870" indent="-229870" algn="l">
              <a:buFont typeface="Arial" panose="020B0604020202020204" pitchFamily="34" charset="0"/>
              <a:buChar char="•"/>
            </a:pPr>
            <a:r>
              <a:rPr lang="en-US" sz="2000" dirty="0"/>
              <a:t>Ensure all content is visible on the slides, since you’ll be saving this presentation in the PDF format. Don’t include any content in the note section.</a:t>
            </a:r>
            <a:endParaRPr lang="en-US" sz="2000" dirty="0">
              <a:ea typeface="+mn-lt"/>
              <a:cs typeface="+mn-lt"/>
            </a:endParaRPr>
          </a:p>
          <a:p>
            <a:pPr marL="229870" indent="-229870" algn="l">
              <a:buFont typeface="Arial" panose="020B0604020202020204" pitchFamily="34" charset="0"/>
              <a:buChar char="•"/>
            </a:pPr>
            <a:r>
              <a:rPr lang="en-US" sz="2000" b="1" dirty="0">
                <a:ea typeface="+mn-lt"/>
                <a:cs typeface="+mn-lt"/>
              </a:rPr>
              <a:t>Do not insert screenshots</a:t>
            </a:r>
            <a:r>
              <a:rPr lang="en-US" sz="2000" dirty="0">
                <a:ea typeface="+mn-lt"/>
                <a:cs typeface="+mn-lt"/>
              </a:rPr>
              <a:t> of the completed templates. Instead, copy and paste the tables directly from the Word/Excel templates into the slides.</a:t>
            </a:r>
          </a:p>
          <a:p>
            <a:pPr marL="229870" indent="-229870" algn="l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Avoid animations, as they may not display consistently</a:t>
            </a:r>
            <a:r>
              <a:rPr lang="en-US" sz="2000" dirty="0"/>
              <a:t>.</a:t>
            </a:r>
            <a:endParaRPr lang="en-US" sz="2000" dirty="0">
              <a:cs typeface="Arial"/>
            </a:endParaRPr>
          </a:p>
          <a:p>
            <a:pPr marL="230400" indent="-2304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Add as many slides as needed to effectively present your content. </a:t>
            </a:r>
          </a:p>
          <a:p>
            <a:pPr marL="230400" indent="-2304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Expand the template tables with additional rows as necessary.</a:t>
            </a:r>
          </a:p>
          <a:p>
            <a:pPr marL="230400" indent="-2304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Feel free to include images or other elements to enhance your presentation.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45217-8133-BEB6-5F12-85BB09D10B73}"/>
              </a:ext>
            </a:extLst>
          </p:cNvPr>
          <p:cNvSpPr txBox="1"/>
          <p:nvPr/>
        </p:nvSpPr>
        <p:spPr>
          <a:xfrm>
            <a:off x="966355" y="4909381"/>
            <a:ext cx="10387445" cy="984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prstDash val="sysDash"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i="1" dirty="0">
                <a:solidFill>
                  <a:srgbClr val="DA1E28"/>
                </a:solidFill>
              </a:rPr>
              <a:t>Note: Before submission, remove the instruction and table of contents slides and any placeholder instructions highlighted in yellow on individual slides.</a:t>
            </a:r>
            <a:br>
              <a:rPr lang="en-US" dirty="0"/>
            </a:b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2860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04E27C-C591-24A3-967D-D6775A2BB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88" y="185244"/>
            <a:ext cx="8488117" cy="850726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Modernizing Digital Banking Operations at a Retail Bank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A2428E5-EDEC-4952-5A1E-4B0CEA274A4C}"/>
              </a:ext>
            </a:extLst>
          </p:cNvPr>
          <p:cNvSpPr txBox="1">
            <a:spLocks/>
          </p:cNvSpPr>
          <p:nvPr/>
        </p:nvSpPr>
        <p:spPr>
          <a:xfrm>
            <a:off x="573088" y="3066329"/>
            <a:ext cx="4372985" cy="936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Name: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Date: </a:t>
            </a:r>
          </a:p>
        </p:txBody>
      </p:sp>
    </p:spTree>
    <p:extLst>
      <p:ext uri="{BB962C8B-B14F-4D97-AF65-F5344CB8AC3E}">
        <p14:creationId xmlns:p14="http://schemas.microsoft.com/office/powerpoint/2010/main" val="3756981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8DD-61E1-757A-4429-B01A52D1D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rmAutofit/>
          </a:bodyPr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C3C78-4448-4D1D-97E7-E642B12828B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16973" y="1341438"/>
            <a:ext cx="10515600" cy="4435475"/>
          </a:xfrm>
        </p:spPr>
        <p:txBody>
          <a:bodyPr vert="horz" lIns="91440" tIns="45720" rIns="91440" bIns="45720" numCol="2" spcCol="720000" rtlCol="0" anchor="t">
            <a:noAutofit/>
          </a:bodyPr>
          <a:lstStyle/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Executive Summary</a:t>
            </a:r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Introduction</a:t>
            </a:r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Business Objectives</a:t>
            </a:r>
          </a:p>
          <a:p>
            <a:pPr marL="230400" indent="-230400"/>
            <a:endParaRPr lang="en-US" sz="1600" dirty="0">
              <a:solidFill>
                <a:schemeClr val="bg2">
                  <a:lumMod val="10000"/>
                </a:schemeClr>
              </a:solidFill>
            </a:endParaRPr>
          </a:p>
          <a:p>
            <a:pPr marL="230400" indent="-230400">
              <a:buNone/>
            </a:pPr>
            <a:r>
              <a:rPr lang="en-US" sz="1600" b="1" dirty="0">
                <a:solidFill>
                  <a:schemeClr val="bg2">
                    <a:lumMod val="10000"/>
                  </a:schemeClr>
                </a:solidFill>
              </a:rPr>
              <a:t>Artifacts</a:t>
            </a:r>
          </a:p>
          <a:p>
            <a:pPr marL="229870" indent="-229870"/>
            <a:r>
              <a:rPr lang="en-US" sz="1600" dirty="0"/>
              <a:t>Project Initiation and Stakeholder Engagement </a:t>
            </a:r>
          </a:p>
          <a:p>
            <a:pPr marL="229870" indent="-229870"/>
            <a:r>
              <a:rPr lang="en-US" sz="1600" dirty="0"/>
              <a:t>Requirements Gathering</a:t>
            </a:r>
            <a:endParaRPr lang="en-US" sz="1600" dirty="0">
              <a:cs typeface="Arial"/>
            </a:endParaRPr>
          </a:p>
          <a:p>
            <a:pPr marL="229870" indent="-229870"/>
            <a:r>
              <a:rPr lang="en-US" sz="1600" dirty="0"/>
              <a:t>Project Planning and Risk Analysis</a:t>
            </a:r>
            <a:endParaRPr lang="en-US" sz="1600" dirty="0">
              <a:cs typeface="Arial"/>
            </a:endParaRPr>
          </a:p>
          <a:p>
            <a:pPr marL="229870" indent="-229870"/>
            <a:r>
              <a:rPr lang="en-US" sz="1600" dirty="0"/>
              <a:t>Process Modeling and Visualization</a:t>
            </a:r>
            <a:endParaRPr lang="en-US" sz="1600" dirty="0">
              <a:cs typeface="Arial"/>
            </a:endParaRPr>
          </a:p>
          <a:p>
            <a:pPr marL="229870" indent="-229870"/>
            <a:r>
              <a:rPr lang="en-US" sz="1600" dirty="0"/>
              <a:t>System Design </a:t>
            </a:r>
            <a:endParaRPr lang="en-US" sz="1600" dirty="0">
              <a:cs typeface="Arial"/>
            </a:endParaRPr>
          </a:p>
          <a:p>
            <a:pPr marL="229870" indent="-229870"/>
            <a:r>
              <a:rPr lang="en-US" sz="1600" dirty="0"/>
              <a:t>Database Design</a:t>
            </a:r>
            <a:endParaRPr lang="en-US" sz="1600" dirty="0">
              <a:cs typeface="Arial"/>
            </a:endParaRPr>
          </a:p>
          <a:p>
            <a:pPr marL="229870" indent="-229870"/>
            <a:r>
              <a:rPr lang="en-US" sz="1600" dirty="0"/>
              <a:t>Test Planning and Case Design Using TDD and BDD</a:t>
            </a:r>
          </a:p>
          <a:p>
            <a:pPr marL="229870" indent="-229870"/>
            <a:r>
              <a:rPr lang="en-US" sz="1600" dirty="0"/>
              <a:t>CI/CD Workflow and Monitoring Plan</a:t>
            </a:r>
            <a:endParaRPr lang="en-US" sz="1600" dirty="0">
              <a:cs typeface="Arial"/>
            </a:endParaRPr>
          </a:p>
          <a:p>
            <a:pPr marL="229870" indent="-229870">
              <a:buNone/>
            </a:pPr>
            <a:endParaRPr lang="en-US" sz="1600" b="1" dirty="0"/>
          </a:p>
          <a:p>
            <a:pPr marL="229870" indent="-229870">
              <a:buNone/>
            </a:pPr>
            <a:r>
              <a:rPr lang="en-US" sz="1600" b="1" dirty="0"/>
              <a:t>Findings and Recommendations</a:t>
            </a:r>
            <a:endParaRPr lang="en-US" dirty="0"/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Key Findings</a:t>
            </a:r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Key Recommendations</a:t>
            </a:r>
          </a:p>
          <a:p>
            <a:pPr marL="230400" indent="-230400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Conclusion</a:t>
            </a:r>
          </a:p>
          <a:p>
            <a:pPr marL="229870" indent="-229870"/>
            <a:r>
              <a:rPr lang="en-US" sz="1600" dirty="0">
                <a:cs typeface="Arial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473396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DD966-B4DC-454B-9A1F-2D06F536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5D305-1814-B28B-73A0-AF88EC3D4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55" y="1210356"/>
            <a:ext cx="10781043" cy="48267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highlight>
                  <a:srgbClr val="FFFF00"/>
                </a:highlight>
                <a:cs typeface="Arial"/>
              </a:rPr>
              <a:t>[Outline the problem, key insights, and recommended actions in 6 bullet points.]</a:t>
            </a:r>
          </a:p>
          <a:p>
            <a:pPr marL="0" indent="0">
              <a:spcBef>
                <a:spcPts val="600"/>
              </a:spcBef>
              <a:buNone/>
            </a:pPr>
            <a:endParaRPr lang="en-US" sz="1600" b="1" dirty="0"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cs typeface="Arial" panose="020B0604020202020204" pitchFamily="34" charset="0"/>
              </a:rPr>
              <a:t>Problem: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>
              <a:spcBef>
                <a:spcPts val="600"/>
              </a:spcBef>
            </a:pPr>
            <a:endParaRPr lang="en-US" sz="1600" dirty="0"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endParaRPr lang="en-US" sz="1600" dirty="0"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cs typeface="Arial" panose="020B0604020202020204" pitchFamily="34" charset="0"/>
              </a:rPr>
              <a:t>Key insights: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>
              <a:spcBef>
                <a:spcPts val="600"/>
              </a:spcBef>
            </a:pPr>
            <a:endParaRPr lang="en-US" sz="1600" dirty="0"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cs typeface="Arial" panose="020B0604020202020204" pitchFamily="34" charset="0"/>
              </a:rPr>
              <a:t>Recommended actions: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600" dirty="0">
                <a:cs typeface="Arial" panose="020B0604020202020204" pitchFamily="34" charset="0"/>
              </a:rPr>
              <a:t>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37715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A4BA1-23B0-50EE-C7D5-5D12C019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8F4C-51ED-6428-2AC2-C8AEE7BDB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8A40-6553-3659-03A7-738C440F8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55" y="1210354"/>
            <a:ext cx="10781043" cy="48267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highlight>
                  <a:srgbClr val="FFFF00"/>
                </a:highlight>
                <a:cs typeface="Arial"/>
              </a:rPr>
              <a:t>[Summarize the opportunity, describe the approach, and outline the key questions or hypotheses to be analyzed in 6 bullet points.]</a:t>
            </a:r>
          </a:p>
          <a:p>
            <a:pPr marL="0" indent="0">
              <a:buNone/>
            </a:pPr>
            <a:endParaRPr lang="en-US" sz="16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Opportunity: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1. 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2.</a:t>
            </a:r>
          </a:p>
          <a:p>
            <a:endParaRPr lang="en-US" sz="16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Approach: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1.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2.</a:t>
            </a:r>
          </a:p>
          <a:p>
            <a:endParaRPr lang="en-US" sz="1600" b="1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Key questions/hypotheses: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1.</a:t>
            </a:r>
          </a:p>
          <a:p>
            <a:pPr marL="0" indent="0">
              <a:buNone/>
            </a:pPr>
            <a:r>
              <a:rPr lang="en-US" sz="1600" b="1" dirty="0">
                <a:cs typeface="Arial" panose="020B0604020202020204" pitchFamily="34" charset="0"/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3057944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B57BA-D528-9116-493C-88E1284CF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7553-26A5-5154-779D-68121ACA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87492-1EC2-9E7C-EB0D-D407742FA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55" y="1210354"/>
            <a:ext cx="10781043" cy="48267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 dirty="0">
                <a:highlight>
                  <a:srgbClr val="FFFF00"/>
                </a:highlight>
                <a:cs typeface="Arial"/>
              </a:rPr>
              <a:t>[List the areas of improvement in 6 bullet points.]</a:t>
            </a:r>
          </a:p>
          <a:p>
            <a:endParaRPr lang="en-US" sz="1800" dirty="0"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4025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85A4E-F8B6-34CA-1C67-94E45A6FF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E2FD-202A-960A-E4CA-B2534C34A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65" y="2809277"/>
            <a:ext cx="8488117" cy="850726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 algn="ctr"/>
            <a:r>
              <a:rPr lang="en-US" sz="5400" dirty="0"/>
              <a:t>Artifacts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13C5F-7EFE-3B6A-E572-2BF2662BB1B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1163638"/>
            <a:ext cx="5181600" cy="5013325"/>
          </a:xfrm>
        </p:spPr>
        <p:txBody>
          <a:bodyPr>
            <a:normAutofit/>
          </a:bodyPr>
          <a:lstStyle/>
          <a:p>
            <a:pPr marL="0" indent="0" rtl="0" fontAlgn="base">
              <a:buNone/>
            </a:pPr>
            <a:endParaRPr lang="en-US" sz="1700" b="0" i="0">
              <a:effectLst/>
            </a:endParaRPr>
          </a:p>
          <a:p>
            <a:pPr marL="0" indent="0">
              <a:spcAft>
                <a:spcPts val="800"/>
              </a:spcAft>
              <a:buNone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826685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BF8EE-E197-D5B9-6826-F4C85C6C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BD2466-32A8-C9D7-A496-84A2B1ADF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Initiation and Stakeholder Engagement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8BE4308-1D98-CDF3-3F22-9CE0B8C58C6F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/>
              <a:t>Project Charter</a:t>
            </a:r>
          </a:p>
          <a:p>
            <a:pPr marL="0" indent="0">
              <a:buNone/>
            </a:pPr>
            <a:r>
              <a:rPr lang="en-IN" sz="1800" dirty="0">
                <a:highlight>
                  <a:srgbClr val="FFFF00"/>
                </a:highlight>
                <a:cs typeface="Arial"/>
              </a:rPr>
              <a:t>[</a:t>
            </a:r>
            <a:r>
              <a:rPr lang="en-IN" sz="1800" dirty="0">
                <a:highlight>
                  <a:srgbClr val="FFFF00"/>
                </a:highlight>
                <a:ea typeface="+mn-lt"/>
                <a:cs typeface="+mn-lt"/>
              </a:rPr>
              <a:t>Paste the table directly from the filled template in </a:t>
            </a:r>
            <a:r>
              <a:rPr lang="en-IN" sz="1800" b="1" dirty="0">
                <a:highlight>
                  <a:srgbClr val="FFFF00"/>
                </a:highlight>
                <a:ea typeface="+mn-lt"/>
                <a:cs typeface="+mn-lt"/>
              </a:rPr>
              <a:t>Lab: Project Charter and Stakeholder Register</a:t>
            </a:r>
            <a:r>
              <a:rPr lang="en-IN" sz="1800" dirty="0">
                <a:highlight>
                  <a:srgbClr val="FFFF00"/>
                </a:highlight>
                <a:ea typeface="+mn-lt"/>
                <a:cs typeface="+mn-lt"/>
              </a:rPr>
              <a:t> to show scope, objectives, deliverables, and high-level timeline.]</a:t>
            </a:r>
            <a:endParaRPr lang="en-IN" sz="1800" dirty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endParaRPr lang="en-IN" sz="2400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6002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9950B-3294-0080-17A8-8A9CD383A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E81ACA-3B0A-9AE5-0607-EC7C93114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Initiation and Stakeholder Engagement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5B78938-8947-ED6F-BD84-6B7BC1589E4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/>
              <a:t>Stakeholder Register</a:t>
            </a:r>
          </a:p>
          <a:p>
            <a:pPr marL="0" indent="0">
              <a:buNone/>
            </a:pPr>
            <a:r>
              <a:rPr lang="en-IN" sz="1800" dirty="0">
                <a:highlight>
                  <a:srgbClr val="FFFF00"/>
                </a:highlight>
              </a:rPr>
              <a:t>[Paste the table directly from the filled template from </a:t>
            </a:r>
            <a:r>
              <a:rPr lang="en-IN" sz="1800" b="1" dirty="0">
                <a:highlight>
                  <a:srgbClr val="FFFF00"/>
                </a:highlight>
                <a:ea typeface="+mn-lt"/>
                <a:cs typeface="+mn-lt"/>
              </a:rPr>
              <a:t>Lab: Project Charter and Stakeholder Register</a:t>
            </a:r>
            <a:r>
              <a:rPr lang="en-IN" sz="1800" dirty="0">
                <a:highlight>
                  <a:srgbClr val="FFFF00"/>
                </a:highlight>
                <a:ea typeface="+mn-lt"/>
                <a:cs typeface="+mn-lt"/>
              </a:rPr>
              <a:t> </a:t>
            </a:r>
            <a:r>
              <a:rPr lang="en-IN" sz="1800" dirty="0">
                <a:highlight>
                  <a:srgbClr val="FFFF00"/>
                </a:highlight>
              </a:rPr>
              <a:t>showing stakeholder names, roles, influence, and interest levels, and interest levels]</a:t>
            </a:r>
            <a:endParaRPr lang="en-IN" sz="1800" dirty="0">
              <a:highlight>
                <a:srgbClr val="FFFF00"/>
              </a:highlight>
              <a:cs typeface="Arial"/>
            </a:endParaRPr>
          </a:p>
          <a:p>
            <a:pPr>
              <a:buNone/>
            </a:pPr>
            <a:endParaRPr lang="en-IN" sz="1800" dirty="0">
              <a:solidFill>
                <a:srgbClr val="111620"/>
              </a:solidFill>
              <a:cs typeface="Arial"/>
            </a:endParaRPr>
          </a:p>
          <a:p>
            <a:pPr marL="0" indent="0">
              <a:buNone/>
            </a:pPr>
            <a:endParaRPr lang="en-IN" sz="2400" b="1" dirty="0">
              <a:solidFill>
                <a:srgbClr val="11162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9812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28B80-6E3F-55F1-1496-FCE9195BC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2B4F61-2C4D-2A21-D1AB-493E1B737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Initiation and Stakeholder Engagement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3A1BE54-E011-A20C-CE51-1D9F007CF5C5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/>
              <a:t>Stakeholder Engagement Plan</a:t>
            </a:r>
          </a:p>
          <a:p>
            <a:pPr marL="0" indent="0">
              <a:buNone/>
            </a:pPr>
            <a:r>
              <a:rPr lang="en-IN" sz="1800" dirty="0">
                <a:highlight>
                  <a:srgbClr val="FFFF00"/>
                </a:highlight>
                <a:ea typeface="+mn-lt"/>
                <a:cs typeface="+mn-lt"/>
              </a:rPr>
              <a:t>[Paste the table directly from the filled template in </a:t>
            </a:r>
            <a:r>
              <a:rPr lang="en-IN" sz="1800" b="1" dirty="0">
                <a:highlight>
                  <a:srgbClr val="FFFF00"/>
                </a:highlight>
                <a:ea typeface="+mn-lt"/>
                <a:cs typeface="+mn-lt"/>
              </a:rPr>
              <a:t>Lab: Project Charter and Stakeholder Register</a:t>
            </a:r>
            <a:r>
              <a:rPr lang="en-IN" sz="1800" dirty="0">
                <a:highlight>
                  <a:srgbClr val="FFFF00"/>
                </a:highlight>
                <a:ea typeface="+mn-lt"/>
                <a:cs typeface="+mn-lt"/>
              </a:rPr>
              <a:t>, summarizing stakeholder engagement methods and frequency.]</a:t>
            </a:r>
            <a:endParaRPr lang="en-IN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4807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015D9-3EA3-6350-E4EA-11FCDE4B2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CB3C8B-C2B9-053C-082B-E2A5F9C8C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Requirements Gathering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C371C2C-9AFA-178C-34D1-0C089CE7C789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400" b="1" dirty="0"/>
              <a:t>Business Requirements Document (BRD)</a:t>
            </a:r>
          </a:p>
          <a:p>
            <a:pPr marL="0" indent="0">
              <a:buNone/>
            </a:pPr>
            <a:r>
              <a:rPr lang="en-IN" sz="1800" dirty="0">
                <a:highlight>
                  <a:srgbClr val="FFFF00"/>
                </a:highlight>
                <a:ea typeface="+mn-lt"/>
                <a:cs typeface="+mn-lt"/>
              </a:rPr>
              <a:t>[Paste the table directly from the filled template from </a:t>
            </a:r>
            <a:r>
              <a:rPr lang="en-IN" sz="1800" b="1" dirty="0">
                <a:highlight>
                  <a:srgbClr val="FFFF00"/>
                </a:highlight>
                <a:ea typeface="+mn-lt"/>
                <a:cs typeface="+mn-lt"/>
              </a:rPr>
              <a:t>Lab: Requirements Gathering</a:t>
            </a:r>
            <a:r>
              <a:rPr lang="en-IN" sz="1800" dirty="0">
                <a:highlight>
                  <a:srgbClr val="FFFF00"/>
                </a:highlight>
                <a:ea typeface="+mn-lt"/>
                <a:cs typeface="+mn-lt"/>
              </a:rPr>
              <a:t>, highlighting key requirements.]</a:t>
            </a:r>
            <a:endParaRPr lang="en-IN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92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667E7-DFE5-81A1-B201-4F2933132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89EBB5-EE2A-D663-F37B-D0097FAE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Requirements Gathering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E6DA914-A2CC-478F-879B-0390CE6488F4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Use Case Diagram and Detailed Flow Descriptions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[Insert the use case diagram from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Requirement Gathering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 showing system interactions.]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endParaRPr lang="en-US" sz="2400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7946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D78D7-362F-C655-FB13-E3EF28D4C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5B8ECF-125E-DB8D-FD48-6BAE8244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Requirements Gathering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C12E9D48-7404-B389-7D8A-3A5774B90994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Requirements Traceability Matrix (RTM)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[Paste the table directly from the filled template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Requirements Gathering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, mapping requirements to objectives and test cases.]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3343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4FC67-B255-3D71-DC5B-91D75CF5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1DDDEF-ABB6-308C-B4C8-97DE1E659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DBAF68E-7DF9-0CAA-8CA8-9B3288B3C2C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Work Breakdown Structure (WBS)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[Paste the table or visual directly from the filled template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Project Planning and Risk Analysis, 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showing project tasks and subtasks.]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0252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547F8-DC26-412E-D013-E868F768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0BD5F8-EDD6-16DB-3C40-DCA719224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3013976-8F52-A961-B85F-1F3DD9C169F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Network Diagram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[Paste the diagram directly from the filled template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Project Planning and Risk Analysis,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 showing activities, dependencies, and sequences.]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2683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80060-D74F-6F0F-9636-61DC4B1AE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C72172-AC1F-3AB7-78EE-10BF40081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3B50135-4B3C-1F31-9594-890C0102F91C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SWOT Analysis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[Paste the table directly from the filled template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Project Planning and Risk Analysis, 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outlining strengths, weaknesses, opportunities, and threats.]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4507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F39B8-7AB2-EB91-4E48-1A7499F58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1CAF43-CF6B-6F56-6FBD-F59F16C98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CB1FF5-FBC0-D6B7-0DAA-BD6FE1419F58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Risk Register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[Paste the table directly from the filled template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Project Planning and Risk Analysis, 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listing risks, causes, rating, impact, and score.]</a:t>
            </a:r>
          </a:p>
        </p:txBody>
      </p:sp>
    </p:spTree>
    <p:extLst>
      <p:ext uri="{BB962C8B-B14F-4D97-AF65-F5344CB8AC3E}">
        <p14:creationId xmlns:p14="http://schemas.microsoft.com/office/powerpoint/2010/main" val="180998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95BE-F368-F1CC-0F28-131C3BFAF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FEF843-8AD6-985A-8C10-FB184AF9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Project Planning and Risk Analysis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461BD33-D8F8-4077-88C1-4380676CC1BC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Risk Matrix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[Paste the visual directly from the filled template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Project Planning and Risk Analysis, 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showing risks plotted on the likelihood versus impact grid.]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3604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11DA2-75E9-7D39-6BD5-301FDF9B2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F91FB2-1776-F084-C1ED-75B4378B1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Process Modeling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72E9F1D-20A5-5EDA-6D2E-C59D716D80F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Core banking process flowchart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[Insert the banking process flowchart created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Process Modeling and Visualization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 with decision points and actions.]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06806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82485-25DF-4D9E-F3E9-B30F74C14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69C2D8-3835-BF53-2997-CFD41CB5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System Design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B049CFC-0239-E617-90F7-4A261297D600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Data Flow Diagram (DFD), </a:t>
            </a:r>
            <a:r>
              <a:rPr lang="en-US" sz="2400" b="1" dirty="0">
                <a:solidFill>
                  <a:srgbClr val="111620"/>
                </a:solidFill>
              </a:rPr>
              <a:t>Use Case and Sequence diagrams</a:t>
            </a:r>
            <a:endParaRPr lang="en-US" sz="2400" b="1" dirty="0">
              <a:solidFill>
                <a:srgbClr val="111620"/>
              </a:solidFill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[Insert the diagram created in 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Create System Models, Use Cases, and Sequence Diagrams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.]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482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F4029-BD49-0B12-677E-7CB7A292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23D89A-BBAA-408C-0CCD-31610E3D9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539A"/>
                </a:solidFill>
                <a:latin typeface="Arial Bold"/>
                <a:cs typeface="Arial Bold"/>
              </a:rPr>
              <a:t>Proof of Concept (PoC)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DD21A90-2949-64C5-5B7F-3467C985E63C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</a:rPr>
              <a:t>PoC objective and scope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[Include PoC 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ea typeface="+mn-lt"/>
                <a:cs typeface="+mn-lt"/>
              </a:rPr>
              <a:t>objective and scope created in </a:t>
            </a:r>
            <a:r>
              <a:rPr lang="en-US" sz="1800" b="1" dirty="0">
                <a:solidFill>
                  <a:srgbClr val="111620"/>
                </a:solidFill>
                <a:highlight>
                  <a:srgbClr val="FFFF00"/>
                </a:highlight>
                <a:ea typeface="+mn-lt"/>
                <a:cs typeface="+mn-lt"/>
              </a:rPr>
              <a:t>Lab: Developing Proof of Concept (PoC) Reports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ea typeface="+mn-lt"/>
                <a:cs typeface="+mn-lt"/>
              </a:rPr>
              <a:t>.]</a:t>
            </a:r>
            <a:endParaRPr lang="en-US" sz="1800" dirty="0">
              <a:highlight>
                <a:srgbClr val="FFFF00"/>
              </a:highlight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8968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875E1-8117-CD39-C176-4A6FB1DF1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D2E4E7-A5E7-7D3E-7282-76C7FFF9F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539A"/>
                </a:solidFill>
                <a:latin typeface="Arial Bold"/>
                <a:cs typeface="Arial Bold"/>
              </a:rPr>
              <a:t>Proof of Concept (PoC)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99B7162-7D75-D20D-2B5C-099DFE9F376B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  <a:ea typeface="+mn-lt"/>
                <a:cs typeface="+mn-lt"/>
              </a:rPr>
              <a:t>PoC setup and tools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[Include PoC 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ea typeface="+mn-lt"/>
                <a:cs typeface="+mn-lt"/>
              </a:rPr>
              <a:t>setup and tools created in </a:t>
            </a:r>
            <a:r>
              <a:rPr lang="en-US" sz="1800" b="1" dirty="0">
                <a:solidFill>
                  <a:srgbClr val="111620"/>
                </a:solidFill>
                <a:highlight>
                  <a:srgbClr val="FFFF00"/>
                </a:highlight>
                <a:ea typeface="+mn-lt"/>
                <a:cs typeface="+mn-lt"/>
              </a:rPr>
              <a:t>Lab: Developing Proof of Concept (PoC) Reports.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ea typeface="+mn-lt"/>
                <a:cs typeface="+mn-lt"/>
              </a:rPr>
              <a:t>]</a:t>
            </a:r>
            <a:endParaRPr lang="en-US" sz="1800">
              <a:highlight>
                <a:srgbClr val="FFFF00"/>
              </a:highlight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3525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1F451-092D-2E62-4F4D-F68AA0E02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E9EC90-59DB-18D1-CE16-46BF1BF71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539A"/>
                </a:solidFill>
                <a:latin typeface="Arial Bold"/>
                <a:cs typeface="Arial Bold"/>
              </a:rPr>
              <a:t>Proof of Concept (PoC)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B3A29F4-6013-B47C-5654-F2A830BCA049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  <a:ea typeface="+mn-lt"/>
                <a:cs typeface="+mn-lt"/>
              </a:rPr>
              <a:t>Limitations and recommendations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[Include limitations and recommendations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ea typeface="+mn-lt"/>
                <a:cs typeface="+mn-lt"/>
              </a:rPr>
              <a:t> created in </a:t>
            </a:r>
            <a:r>
              <a:rPr lang="en-US" sz="1800" b="1" dirty="0">
                <a:solidFill>
                  <a:srgbClr val="111620"/>
                </a:solidFill>
                <a:highlight>
                  <a:srgbClr val="FFFF00"/>
                </a:highlight>
                <a:ea typeface="+mn-lt"/>
                <a:cs typeface="+mn-lt"/>
              </a:rPr>
              <a:t>Lab: Developing Proof of Concept (PoC) Reports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ea typeface="+mn-lt"/>
                <a:cs typeface="+mn-lt"/>
              </a:rPr>
              <a:t>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3810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E8841-7F20-2527-7646-310BCB230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D48B57-8B80-2913-BD20-CD738953F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539A"/>
                </a:solidFill>
                <a:latin typeface="Arial Bold"/>
                <a:cs typeface="Arial Bold"/>
              </a:rPr>
              <a:t>Database design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5495165-6991-8FF4-F704-6E297EAFFECE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  <a:cs typeface="Arial"/>
              </a:rPr>
              <a:t>Conceptual ERD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[Insert the conceptual ERD defining high-level entities and relationships created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Enterprise Database Design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.]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2288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B9CFD-5AC8-6C5F-C720-AD284E83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997CCC-4016-98BD-F149-695093E5D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539A"/>
                </a:solidFill>
                <a:latin typeface="Arial Bold"/>
                <a:cs typeface="Arial Bold"/>
              </a:rPr>
              <a:t>Database design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BA6798E-F6F4-42FB-C8A3-C3DD88D25CD7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  <a:cs typeface="Arial"/>
              </a:rPr>
              <a:t>Logical ERD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[Insert the logical ERD with detailed attributes and relationships created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Enterprise Database Design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.]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2413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60722-35BB-3A4A-85C7-05438A6B3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1BB885-2C10-85E1-3929-393041B45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539A"/>
                </a:solidFill>
                <a:latin typeface="Arial Bold"/>
                <a:cs typeface="Arial Bold"/>
              </a:rPr>
              <a:t>Database design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C35AA0F-3124-1C72-A090-DBCC51D3CD5D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  <a:ea typeface="+mn-lt"/>
                <a:cs typeface="+mn-lt"/>
              </a:rPr>
              <a:t>Data Dictionary 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[Include a table with key fields, data types, and descriptions created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Enterprise Database Design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.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|</a:t>
            </a:r>
            <a:endParaRPr lang="en-US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1941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EDF75-0D3B-7AFC-3D71-97C545F5A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3D5C0D-0702-B842-B05A-AB40E6729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539A"/>
                </a:solidFill>
                <a:latin typeface="Arial Bold"/>
                <a:cs typeface="Arial Bold"/>
              </a:rPr>
              <a:t>Database design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EBF7F26-70E8-8F0A-9EEF-FF09EABBE3B4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  <a:ea typeface="+mn-lt"/>
                <a:cs typeface="+mn-lt"/>
              </a:rPr>
              <a:t>Data Migration Strategy  </a:t>
            </a:r>
            <a:endParaRPr lang="en-US"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[Include the data migration strategy created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Enterprise Database Design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.]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57233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36F2E-72F7-2E54-3008-4F663F9A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571C3F-2C67-4AD9-4CE6-4A9BA1280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539A"/>
                </a:solidFill>
                <a:latin typeface="Arial Bold"/>
                <a:cs typeface="Arial Bold"/>
              </a:rPr>
              <a:t>Database design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36C01C3-A9C5-0652-D45B-B41050237728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  <a:ea typeface="+mn-lt"/>
                <a:cs typeface="+mn-lt"/>
              </a:rPr>
              <a:t>Normalization and Key Table Details  </a:t>
            </a:r>
            <a:endParaRPr lang="en-US"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[Include a table with any normalization and key table details created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Enterprise Database Design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.]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9798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6E11-6F64-7A17-FE8D-FF8E17EF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1F0203-3159-B3EA-3C91-80521238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234585"/>
            <a:ext cx="9957220" cy="850726"/>
          </a:xfrm>
        </p:spPr>
        <p:txBody>
          <a:bodyPr>
            <a:noAutofit/>
          </a:bodyPr>
          <a:lstStyle/>
          <a:p>
            <a:r>
              <a:rPr lang="en-US" sz="3000" dirty="0">
                <a:solidFill>
                  <a:srgbClr val="00539A"/>
                </a:solidFill>
                <a:latin typeface="Arial Bold"/>
                <a:cs typeface="Arial Bold"/>
              </a:rPr>
              <a:t>Test planning and case design using TDD and BDD</a:t>
            </a:r>
          </a:p>
          <a:p>
            <a:endParaRPr lang="en-US" sz="3200" dirty="0">
              <a:cs typeface="Arial Bold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5720B179-696D-9BCE-D135-4ECE0E4FD1FD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</a:rPr>
              <a:t>Test plan</a:t>
            </a:r>
            <a:endParaRPr lang="en-US" sz="1800" dirty="0">
              <a:highlight>
                <a:srgbClr val="FFFF00"/>
              </a:highlight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[Summarize the testing scope, approach, and key activities created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Reviewing Test Plans and TDD/BDD Test Cases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.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ea typeface="+mn-lt"/>
                <a:cs typeface="+mn-lt"/>
              </a:rPr>
              <a:t>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51931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9FBBB-CD7E-C048-0ADC-572CA35A7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7B0AD9-5140-3E92-6AA8-463627B3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234585"/>
            <a:ext cx="9957220" cy="850726"/>
          </a:xfrm>
        </p:spPr>
        <p:txBody>
          <a:bodyPr>
            <a:noAutofit/>
          </a:bodyPr>
          <a:lstStyle/>
          <a:p>
            <a:r>
              <a:rPr lang="en-US" sz="3000" dirty="0">
                <a:solidFill>
                  <a:srgbClr val="00539A"/>
                </a:solidFill>
                <a:latin typeface="Arial Bold"/>
                <a:cs typeface="Arial Bold"/>
              </a:rPr>
              <a:t>Test planning and case design using TDD and BDD</a:t>
            </a:r>
          </a:p>
          <a:p>
            <a:endParaRPr lang="en-US" sz="3200" dirty="0">
              <a:cs typeface="Arial Bold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500E4EA-AF72-6392-00FA-1C26E597DC41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</a:rPr>
              <a:t>TDD and BDD test cases</a:t>
            </a:r>
            <a:endParaRPr lang="en-US" sz="24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[Provide examples linking requirements to test cases in TDD/BDD format created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Reviewing Test Plans and TDD/BDD Test Cases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.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ea typeface="+mn-lt"/>
                <a:cs typeface="+mn-lt"/>
              </a:rPr>
              <a:t>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2368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3A200-2DE5-4A75-B23B-D44A0447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A26662-7D55-8D74-DB1C-CE6350E9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539A"/>
                </a:solidFill>
                <a:latin typeface="Arial Bold"/>
                <a:cs typeface="Arial Bold"/>
              </a:rPr>
              <a:t>CI/CD workflow and monitoring plan</a:t>
            </a:r>
            <a:endParaRPr lang="en-US" sz="3200" dirty="0">
              <a:cs typeface="Arial Bold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FD1E875-4172-0570-4CDD-CDE5A56ADD52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  <a:ea typeface="+mn-lt"/>
                <a:cs typeface="+mn-lt"/>
              </a:rPr>
              <a:t>CI workflow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cs typeface="Arial"/>
              </a:rPr>
              <a:t>[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Include the CI workflow created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Create a CI/CD Pipeline and Monitoring Strategies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cs typeface="Arial"/>
              </a:rPr>
              <a:t>.</a:t>
            </a:r>
            <a:r>
              <a:rPr lang="en-US" sz="1800" dirty="0">
                <a:highlight>
                  <a:srgbClr val="FFFF00"/>
                </a:highlight>
                <a:cs typeface="Arial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4540882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755F1-02E3-1E4B-7867-5E835F859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14C28B-256F-4AEF-FF1C-70C9EF356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ea typeface="+mj-lt"/>
                <a:cs typeface="+mj-lt"/>
              </a:rPr>
              <a:t>CI/CD workflow and monitoring plan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3CC5425-C181-DDA7-CA9E-A4AF53248B80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  <a:ea typeface="+mn-lt"/>
                <a:cs typeface="+mn-lt"/>
              </a:rPr>
              <a:t>CD pipeline diagram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cs typeface="Arial"/>
              </a:rPr>
              <a:t>[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Include the CD pipeline diagram created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Create a CI/CD Pipeline and Monitoring Strategies</a:t>
            </a:r>
            <a:r>
              <a:rPr lang="en-US" sz="1800" dirty="0">
                <a:highlight>
                  <a:srgbClr val="FFFF00"/>
                </a:highlight>
                <a:cs typeface="Arial"/>
              </a:rPr>
              <a:t>.]</a:t>
            </a:r>
          </a:p>
        </p:txBody>
      </p:sp>
    </p:spTree>
    <p:extLst>
      <p:ext uri="{BB962C8B-B14F-4D97-AF65-F5344CB8AC3E}">
        <p14:creationId xmlns:p14="http://schemas.microsoft.com/office/powerpoint/2010/main" val="2068071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3C2BE-DA74-ED08-E165-309E21F2C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1EE23E-8BD0-EF64-913E-088148C3C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ea typeface="+mj-lt"/>
                <a:cs typeface="+mj-lt"/>
              </a:rPr>
              <a:t>CI/CD workflow and monitoring plan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1B9E111D-549D-1D24-DF81-DF9C8D92E8DE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  <a:ea typeface="+mn-lt"/>
                <a:cs typeface="+mn-lt"/>
              </a:rPr>
              <a:t>Configuration guides for database, API gateway, CI/CD components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cs typeface="Arial"/>
              </a:rPr>
              <a:t>[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Include the configuration guides for database, API gateway, CI/CD components created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Create a CI/CD Pipeline and Monitoring Strategies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cs typeface="Arial"/>
              </a:rPr>
              <a:t>.</a:t>
            </a:r>
            <a:r>
              <a:rPr lang="en-US" sz="1800" dirty="0">
                <a:highlight>
                  <a:srgbClr val="FFFF00"/>
                </a:highlight>
                <a:cs typeface="Arial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013609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4DD35-B3FA-B5AA-F986-ECCEDB57E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873621-74FF-2EB6-8184-8F40645F6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ea typeface="+mj-lt"/>
                <a:cs typeface="+mj-lt"/>
              </a:rPr>
              <a:t>CI/CD workflow and monitoring plan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7FE39946-25C6-A79A-6335-765303B9FD71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  <a:ea typeface="+mn-lt"/>
                <a:cs typeface="+mn-lt"/>
              </a:rPr>
              <a:t>Backup and disaster recovery plan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cs typeface="Arial"/>
              </a:rPr>
              <a:t>[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Include the backup and disaster recovery plan created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Create a CI/CD Pipeline and Monitoring Strategies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cs typeface="Arial"/>
              </a:rPr>
              <a:t>.</a:t>
            </a:r>
            <a:r>
              <a:rPr lang="en-US" sz="1800" dirty="0">
                <a:highlight>
                  <a:srgbClr val="FFFF00"/>
                </a:highlight>
                <a:cs typeface="Arial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443420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C2872-D84D-9BF6-D89F-D405502BB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18BCBC-A381-19B9-0A86-57945A71A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ea typeface="+mj-lt"/>
                <a:cs typeface="+mj-lt"/>
              </a:rPr>
              <a:t>CI/CD workflow and monitoring plan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2E4F986-C161-BD4B-A458-C9E3622E4A87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  <a:ea typeface="+mn-lt"/>
                <a:cs typeface="+mn-lt"/>
              </a:rPr>
              <a:t>Monitoring framework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cs typeface="Arial"/>
              </a:rPr>
              <a:t>[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Include the monitoring framework created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Create a CI/CD Pipeline and Monitoring Strategies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cs typeface="Arial"/>
              </a:rPr>
              <a:t>.</a:t>
            </a:r>
            <a:r>
              <a:rPr lang="en-US" sz="1800" dirty="0">
                <a:highlight>
                  <a:srgbClr val="FFFF00"/>
                </a:highlight>
                <a:cs typeface="Arial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7629164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D3B93-F35E-7579-5718-CA1A37A4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F2C6B8-4B4F-AD82-3B53-C626C60B4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ea typeface="+mj-lt"/>
                <a:cs typeface="+mj-lt"/>
              </a:rPr>
              <a:t>CI/CD workflow and monitoring plan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EE0C3C8-2842-DBD7-6B43-E760E003E237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111620"/>
                </a:solidFill>
                <a:ea typeface="+mn-lt"/>
                <a:cs typeface="+mn-lt"/>
              </a:rPr>
              <a:t>Cloud components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cs typeface="Arial"/>
              </a:rPr>
              <a:t>[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Include the cloud components created in </a:t>
            </a:r>
            <a:r>
              <a:rPr lang="en-US" sz="1800" b="1" dirty="0">
                <a:highlight>
                  <a:srgbClr val="FFFF00"/>
                </a:highlight>
                <a:ea typeface="+mn-lt"/>
                <a:cs typeface="+mn-lt"/>
              </a:rPr>
              <a:t>Lab: Create a CI/CD Pipeline and Monitoring Strategies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cs typeface="Arial"/>
              </a:rPr>
              <a:t>.</a:t>
            </a:r>
            <a:r>
              <a:rPr lang="en-US" sz="1800" dirty="0">
                <a:highlight>
                  <a:srgbClr val="FFFF00"/>
                </a:highlight>
                <a:cs typeface="Arial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2667861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121CC5-F122-52A3-03A7-4C0CBFE2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831" y="2996183"/>
            <a:ext cx="8488117" cy="850726"/>
          </a:xfrm>
        </p:spPr>
        <p:txBody>
          <a:bodyPr/>
          <a:lstStyle/>
          <a:p>
            <a:r>
              <a:rPr lang="en-IN" dirty="0"/>
              <a:t>Findings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5557474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D1E4C-AE37-A76B-3C2C-1A8B247E8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027EF3-E175-97A4-E55A-3F99214BC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539A"/>
                </a:solidFill>
                <a:latin typeface="Arial Bold"/>
                <a:cs typeface="Arial Bold"/>
              </a:rPr>
              <a:t>Key findings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7F8757F-14D2-A91B-246F-1E4177D4C520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ea typeface="+mn-lt"/>
                <a:cs typeface="+mn-lt"/>
              </a:rPr>
              <a:t>Reuse the most significant, data-backed findings from your earlier labs. Keep this to the three most important insights, with metrics where possible.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]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cs typeface="Arial"/>
              </a:rPr>
              <a:t>1.</a:t>
            </a:r>
            <a:endParaRPr lang="en-US" sz="1800" dirty="0">
              <a:solidFill>
                <a:srgbClr val="111620"/>
              </a:solidFill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cs typeface="Arial"/>
              </a:rPr>
              <a:t>2.</a:t>
            </a:r>
            <a:endParaRPr lang="en-US" sz="1800" dirty="0">
              <a:solidFill>
                <a:srgbClr val="111620"/>
              </a:solidFill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cs typeface="Arial"/>
              </a:rPr>
              <a:t>3. 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8220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38F89-841A-060A-2862-041FEC686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1E832A-5D3E-611B-6EEA-48C31A729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0539A"/>
                </a:solidFill>
                <a:latin typeface="Arial Bold"/>
                <a:cs typeface="Arial Bold"/>
              </a:rPr>
              <a:t>Key recommendations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E91DBB7E-8308-CDF9-F42F-CB5B33C06C6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[</a:t>
            </a:r>
            <a:r>
              <a:rPr lang="en-US" sz="1800" dirty="0">
                <a:solidFill>
                  <a:srgbClr val="111620"/>
                </a:solidFill>
                <a:highlight>
                  <a:srgbClr val="FFFF00"/>
                </a:highlight>
                <a:ea typeface="+mn-lt"/>
                <a:cs typeface="+mn-lt"/>
              </a:rPr>
              <a:t>Present the top three to four prioritized recommendations from your prior analysis labs. Include a short note on the expected impact for each.</a:t>
            </a:r>
            <a:r>
              <a:rPr lang="en-US" sz="1800" dirty="0">
                <a:highlight>
                  <a:srgbClr val="FFFF00"/>
                </a:highlight>
                <a:ea typeface="+mn-lt"/>
                <a:cs typeface="+mn-lt"/>
              </a:rPr>
              <a:t>]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cs typeface="Arial"/>
              </a:rPr>
              <a:t>1.</a:t>
            </a:r>
            <a:endParaRPr lang="en-US" sz="1800" dirty="0">
              <a:solidFill>
                <a:srgbClr val="111620"/>
              </a:solidFill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cs typeface="Arial"/>
              </a:rPr>
              <a:t>2.</a:t>
            </a:r>
            <a:endParaRPr lang="en-US" sz="1800" dirty="0">
              <a:solidFill>
                <a:srgbClr val="111620"/>
              </a:solidFill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cs typeface="Arial"/>
              </a:rPr>
              <a:t>3.</a:t>
            </a:r>
            <a:endParaRPr lang="en-US" sz="1800" dirty="0">
              <a:solidFill>
                <a:srgbClr val="111620"/>
              </a:solidFill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  <a:cs typeface="Arial"/>
              </a:rPr>
              <a:t>4. 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6926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3184B-B96D-AB63-8189-989217693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60873F-EEDF-5FEA-8347-0D9FD92A9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Conclusion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58C856C-E871-1D81-9531-41D62F571353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[Include a summary of observations in 3–4 bullet points.]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cs typeface="Arial"/>
              </a:rPr>
              <a:t>1.</a:t>
            </a:r>
          </a:p>
          <a:p>
            <a:pPr marL="0" indent="0">
              <a:buNone/>
            </a:pPr>
            <a:r>
              <a:rPr lang="en-US" sz="1800" dirty="0">
                <a:cs typeface="Arial"/>
              </a:rPr>
              <a:t>2.</a:t>
            </a:r>
          </a:p>
          <a:p>
            <a:pPr marL="0" indent="0">
              <a:buNone/>
            </a:pPr>
            <a:r>
              <a:rPr lang="en-US" sz="1800" dirty="0"/>
              <a:t>3.</a:t>
            </a:r>
            <a:endParaRPr lang="en-US" sz="1800" dirty="0"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cs typeface="Arial"/>
              </a:rPr>
              <a:t>4.</a:t>
            </a:r>
          </a:p>
          <a:p>
            <a:pPr marL="0" indent="0">
              <a:buNone/>
            </a:pPr>
            <a:endParaRPr lang="en-US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74048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AEC7-EBC8-986E-26E8-53DFFA2DF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1B0814-4448-D6CB-E142-6E930B0C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56" y="133943"/>
            <a:ext cx="9813446" cy="850726"/>
          </a:xfrm>
        </p:spPr>
        <p:txBody>
          <a:bodyPr>
            <a:noAutofit/>
          </a:bodyPr>
          <a:lstStyle/>
          <a:p>
            <a:r>
              <a:rPr lang="en-US" sz="3200" dirty="0"/>
              <a:t>Appendix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3448522-74BF-A288-EB52-149299CDAF3A}"/>
              </a:ext>
            </a:extLst>
          </p:cNvPr>
          <p:cNvSpPr txBox="1">
            <a:spLocks/>
          </p:cNvSpPr>
          <p:nvPr/>
        </p:nvSpPr>
        <p:spPr>
          <a:xfrm>
            <a:off x="573087" y="1216025"/>
            <a:ext cx="10659485" cy="450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[Add any supporting materials, references, detailed tables, or extra visuals.]</a:t>
            </a:r>
            <a:endParaRPr lang="en-US" sz="1800" dirty="0">
              <a:highlight>
                <a:srgbClr val="FFFF00"/>
              </a:highlight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2656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539A"/>
      </a:dk1>
      <a:lt1>
        <a:srgbClr val="FFFFFF"/>
      </a:lt1>
      <a:dk2>
        <a:srgbClr val="0F62FE"/>
      </a:dk2>
      <a:lt2>
        <a:srgbClr val="F2F4F8"/>
      </a:lt2>
      <a:accent1>
        <a:srgbClr val="00539A"/>
      </a:accent1>
      <a:accent2>
        <a:srgbClr val="8A3FFC"/>
      </a:accent2>
      <a:accent3>
        <a:srgbClr val="D02670"/>
      </a:accent3>
      <a:accent4>
        <a:srgbClr val="198038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6">
      <a:majorFont>
        <a:latin typeface="Arial 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1444</Words>
  <Application>Microsoft Office PowerPoint</Application>
  <PresentationFormat>Widescreen</PresentationFormat>
  <Paragraphs>192</Paragraphs>
  <Slides>41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How to Use This Template</vt:lpstr>
      <vt:lpstr>Modernizing Digital Banking Operations at a Retail Bank</vt:lpstr>
      <vt:lpstr>Table of Contents</vt:lpstr>
      <vt:lpstr>Executive Summary</vt:lpstr>
      <vt:lpstr>Introduction</vt:lpstr>
      <vt:lpstr>Objectives</vt:lpstr>
      <vt:lpstr>Artifacts</vt:lpstr>
      <vt:lpstr>Project Initiation and Stakeholder Engagement</vt:lpstr>
      <vt:lpstr>Project Initiation and Stakeholder Engagement</vt:lpstr>
      <vt:lpstr>Project Initiation and Stakeholder Engagement</vt:lpstr>
      <vt:lpstr>Requirements Gathering</vt:lpstr>
      <vt:lpstr>Requirements Gathering</vt:lpstr>
      <vt:lpstr>Requirements Gathering</vt:lpstr>
      <vt:lpstr>Project Planning and Risk Analysis</vt:lpstr>
      <vt:lpstr>Project Planning and Risk Analysis</vt:lpstr>
      <vt:lpstr>Project Planning and Risk Analysis</vt:lpstr>
      <vt:lpstr>Project Planning and Risk Analysis</vt:lpstr>
      <vt:lpstr>Project Planning and Risk Analysis</vt:lpstr>
      <vt:lpstr>Process Modeling</vt:lpstr>
      <vt:lpstr>System Design</vt:lpstr>
      <vt:lpstr>Proof of Concept (PoC)</vt:lpstr>
      <vt:lpstr>Proof of Concept (PoC)</vt:lpstr>
      <vt:lpstr>Proof of Concept (PoC)</vt:lpstr>
      <vt:lpstr>Database design</vt:lpstr>
      <vt:lpstr>Database design</vt:lpstr>
      <vt:lpstr>Database design</vt:lpstr>
      <vt:lpstr>Database design</vt:lpstr>
      <vt:lpstr>Database design</vt:lpstr>
      <vt:lpstr>Test planning and case design using TDD and BDD </vt:lpstr>
      <vt:lpstr>Test planning and case design using TDD and BDD </vt:lpstr>
      <vt:lpstr>CI/CD workflow and monitoring plan</vt:lpstr>
      <vt:lpstr>CI/CD workflow and monitoring plan</vt:lpstr>
      <vt:lpstr>CI/CD workflow and monitoring plan</vt:lpstr>
      <vt:lpstr>CI/CD workflow and monitoring plan</vt:lpstr>
      <vt:lpstr>CI/CD workflow and monitoring plan</vt:lpstr>
      <vt:lpstr>CI/CD workflow and monitoring plan</vt:lpstr>
      <vt:lpstr>Findings and Recommendations</vt:lpstr>
      <vt:lpstr>Key findings</vt:lpstr>
      <vt:lpstr>Key recommendations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Vaishali Rani</dc:creator>
  <cp:lastModifiedBy>Bhavika Chhatbar</cp:lastModifiedBy>
  <cp:revision>666</cp:revision>
  <dcterms:created xsi:type="dcterms:W3CDTF">2025-08-12T09:00:23Z</dcterms:created>
  <dcterms:modified xsi:type="dcterms:W3CDTF">2026-01-14T00:50:45Z</dcterms:modified>
</cp:coreProperties>
</file>